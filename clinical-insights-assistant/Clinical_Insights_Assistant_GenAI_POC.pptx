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8" r:id="rId7"/>
    <p:sldId id="263" r:id="rId8"/>
    <p:sldId id="269" r:id="rId9"/>
    <p:sldId id="270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07156B-1ECD-48D5-915C-A1463EF1F781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408A10F-2F50-4A78-8666-648014E8D8ED}">
      <dgm:prSet/>
      <dgm:spPr/>
      <dgm:t>
        <a:bodyPr/>
        <a:lstStyle/>
        <a:p>
          <a:r>
            <a:rPr lang="en-US"/>
            <a:t>LangGraph · OpenAI · Databricks</a:t>
          </a:r>
        </a:p>
      </dgm:t>
    </dgm:pt>
    <dgm:pt modelId="{58F7588C-A5CB-4C89-A9B3-F58A593014CF}" type="parTrans" cxnId="{DD80E023-ADB9-417D-B64D-61F802D01C5A}">
      <dgm:prSet/>
      <dgm:spPr/>
      <dgm:t>
        <a:bodyPr/>
        <a:lstStyle/>
        <a:p>
          <a:endParaRPr lang="en-US"/>
        </a:p>
      </dgm:t>
    </dgm:pt>
    <dgm:pt modelId="{E50CAAFB-FEA1-4A5E-8417-619D134F2B5F}" type="sibTrans" cxnId="{DD80E023-ADB9-417D-B64D-61F802D01C5A}">
      <dgm:prSet/>
      <dgm:spPr/>
      <dgm:t>
        <a:bodyPr/>
        <a:lstStyle/>
        <a:p>
          <a:endParaRPr lang="en-US"/>
        </a:p>
      </dgm:t>
    </dgm:pt>
    <dgm:pt modelId="{1C498022-29DA-479D-B3E2-BE6C445B034E}">
      <dgm:prSet/>
      <dgm:spPr/>
      <dgm:t>
        <a:bodyPr/>
        <a:lstStyle/>
        <a:p>
          <a:r>
            <a:rPr lang="en-US"/>
            <a:t>A GenAI-powered assistant for clinical insight generation.</a:t>
          </a:r>
        </a:p>
      </dgm:t>
    </dgm:pt>
    <dgm:pt modelId="{9F7500B8-D2DF-45E1-9592-867EF4F75B3D}" type="parTrans" cxnId="{1D907418-D576-44A2-A11E-5E3D01343A47}">
      <dgm:prSet/>
      <dgm:spPr/>
      <dgm:t>
        <a:bodyPr/>
        <a:lstStyle/>
        <a:p>
          <a:endParaRPr lang="en-US"/>
        </a:p>
      </dgm:t>
    </dgm:pt>
    <dgm:pt modelId="{93C81019-7540-4073-8CA1-97939F19C2F1}" type="sibTrans" cxnId="{1D907418-D576-44A2-A11E-5E3D01343A47}">
      <dgm:prSet/>
      <dgm:spPr/>
      <dgm:t>
        <a:bodyPr/>
        <a:lstStyle/>
        <a:p>
          <a:endParaRPr lang="en-US"/>
        </a:p>
      </dgm:t>
    </dgm:pt>
    <dgm:pt modelId="{10F2C600-D501-4B57-87B8-FEF2BB329FA8}" type="pres">
      <dgm:prSet presAssocID="{3107156B-1ECD-48D5-915C-A1463EF1F781}" presName="linear" presStyleCnt="0">
        <dgm:presLayoutVars>
          <dgm:animLvl val="lvl"/>
          <dgm:resizeHandles val="exact"/>
        </dgm:presLayoutVars>
      </dgm:prSet>
      <dgm:spPr/>
    </dgm:pt>
    <dgm:pt modelId="{C664A744-9DC2-4EA0-B020-BE63E6C1BDE2}" type="pres">
      <dgm:prSet presAssocID="{6408A10F-2F50-4A78-8666-648014E8D8E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B6B1E21-0887-4751-890D-9D9DB24984B2}" type="pres">
      <dgm:prSet presAssocID="{E50CAAFB-FEA1-4A5E-8417-619D134F2B5F}" presName="spacer" presStyleCnt="0"/>
      <dgm:spPr/>
    </dgm:pt>
    <dgm:pt modelId="{2FB3C535-60B9-47B3-A431-EC6CDBBE5792}" type="pres">
      <dgm:prSet presAssocID="{1C498022-29DA-479D-B3E2-BE6C445B034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D907418-D576-44A2-A11E-5E3D01343A47}" srcId="{3107156B-1ECD-48D5-915C-A1463EF1F781}" destId="{1C498022-29DA-479D-B3E2-BE6C445B034E}" srcOrd="1" destOrd="0" parTransId="{9F7500B8-D2DF-45E1-9592-867EF4F75B3D}" sibTransId="{93C81019-7540-4073-8CA1-97939F19C2F1}"/>
    <dgm:cxn modelId="{DD80E023-ADB9-417D-B64D-61F802D01C5A}" srcId="{3107156B-1ECD-48D5-915C-A1463EF1F781}" destId="{6408A10F-2F50-4A78-8666-648014E8D8ED}" srcOrd="0" destOrd="0" parTransId="{58F7588C-A5CB-4C89-A9B3-F58A593014CF}" sibTransId="{E50CAAFB-FEA1-4A5E-8417-619D134F2B5F}"/>
    <dgm:cxn modelId="{D519677B-F179-42B9-8C85-D5BF906E5085}" type="presOf" srcId="{6408A10F-2F50-4A78-8666-648014E8D8ED}" destId="{C664A744-9DC2-4EA0-B020-BE63E6C1BDE2}" srcOrd="0" destOrd="0" presId="urn:microsoft.com/office/officeart/2005/8/layout/vList2"/>
    <dgm:cxn modelId="{81C609BC-61BB-471D-A73F-AEF322154E99}" type="presOf" srcId="{3107156B-1ECD-48D5-915C-A1463EF1F781}" destId="{10F2C600-D501-4B57-87B8-FEF2BB329FA8}" srcOrd="0" destOrd="0" presId="urn:microsoft.com/office/officeart/2005/8/layout/vList2"/>
    <dgm:cxn modelId="{900B38EE-ED62-48EA-A174-61B92675BF29}" type="presOf" srcId="{1C498022-29DA-479D-B3E2-BE6C445B034E}" destId="{2FB3C535-60B9-47B3-A431-EC6CDBBE5792}" srcOrd="0" destOrd="0" presId="urn:microsoft.com/office/officeart/2005/8/layout/vList2"/>
    <dgm:cxn modelId="{E0D7E945-FADC-40E9-9DB0-34CA7EA65538}" type="presParOf" srcId="{10F2C600-D501-4B57-87B8-FEF2BB329FA8}" destId="{C664A744-9DC2-4EA0-B020-BE63E6C1BDE2}" srcOrd="0" destOrd="0" presId="urn:microsoft.com/office/officeart/2005/8/layout/vList2"/>
    <dgm:cxn modelId="{90ECA8C8-2550-4DEF-8654-30D534175C34}" type="presParOf" srcId="{10F2C600-D501-4B57-87B8-FEF2BB329FA8}" destId="{DB6B1E21-0887-4751-890D-9D9DB24984B2}" srcOrd="1" destOrd="0" presId="urn:microsoft.com/office/officeart/2005/8/layout/vList2"/>
    <dgm:cxn modelId="{D6D92F5F-36DE-4BFC-B463-2B2C947C3118}" type="presParOf" srcId="{10F2C600-D501-4B57-87B8-FEF2BB329FA8}" destId="{2FB3C535-60B9-47B3-A431-EC6CDBBE579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A64C15-63A3-43B5-83FE-FF0E9274D1D2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00FD231-2CBC-4048-BCD1-7FBE0C4BA516}">
      <dgm:prSet/>
      <dgm:spPr/>
      <dgm:t>
        <a:bodyPr/>
        <a:lstStyle/>
        <a:p>
          <a:r>
            <a:rPr lang="en-US"/>
            <a:t>- Automated doctor feedback summarization</a:t>
          </a:r>
        </a:p>
      </dgm:t>
    </dgm:pt>
    <dgm:pt modelId="{36139648-2365-4FA3-83AB-C5BBFE225DBD}" type="parTrans" cxnId="{DE9556A8-3072-49FF-BDB1-6F6289D239C4}">
      <dgm:prSet/>
      <dgm:spPr/>
      <dgm:t>
        <a:bodyPr/>
        <a:lstStyle/>
        <a:p>
          <a:endParaRPr lang="en-US"/>
        </a:p>
      </dgm:t>
    </dgm:pt>
    <dgm:pt modelId="{BB6A15BB-6EC5-42BD-A90C-CF23838CA794}" type="sibTrans" cxnId="{DE9556A8-3072-49FF-BDB1-6F6289D239C4}">
      <dgm:prSet/>
      <dgm:spPr/>
      <dgm:t>
        <a:bodyPr/>
        <a:lstStyle/>
        <a:p>
          <a:endParaRPr lang="en-US"/>
        </a:p>
      </dgm:t>
    </dgm:pt>
    <dgm:pt modelId="{B0479ED8-C0D4-44F4-B2BB-10B9FAB65D0D}">
      <dgm:prSet/>
      <dgm:spPr/>
      <dgm:t>
        <a:bodyPr/>
        <a:lstStyle/>
        <a:p>
          <a:r>
            <a:rPr lang="en-US"/>
            <a:t>- Cohort-level analysis</a:t>
          </a:r>
        </a:p>
      </dgm:t>
    </dgm:pt>
    <dgm:pt modelId="{17E97C7D-2F48-41FB-942D-7F1E1DE4EA32}" type="parTrans" cxnId="{D126C828-6DAD-46AD-848C-4949F9C89451}">
      <dgm:prSet/>
      <dgm:spPr/>
      <dgm:t>
        <a:bodyPr/>
        <a:lstStyle/>
        <a:p>
          <a:endParaRPr lang="en-US"/>
        </a:p>
      </dgm:t>
    </dgm:pt>
    <dgm:pt modelId="{DC998439-99A9-4697-904B-1C507F7A018C}" type="sibTrans" cxnId="{D126C828-6DAD-46AD-848C-4949F9C89451}">
      <dgm:prSet/>
      <dgm:spPr/>
      <dgm:t>
        <a:bodyPr/>
        <a:lstStyle/>
        <a:p>
          <a:endParaRPr lang="en-US"/>
        </a:p>
      </dgm:t>
    </dgm:pt>
    <dgm:pt modelId="{9BFBB321-1E28-4E7E-9B31-D25F127C5DE7}">
      <dgm:prSet/>
      <dgm:spPr/>
      <dgm:t>
        <a:bodyPr/>
        <a:lstStyle/>
        <a:p>
          <a:r>
            <a:rPr lang="en-US"/>
            <a:t>- Issue + non-compliance detection</a:t>
          </a:r>
        </a:p>
      </dgm:t>
    </dgm:pt>
    <dgm:pt modelId="{D4107B31-F421-4F52-BD37-163D6C44DEC9}" type="parTrans" cxnId="{68ABA64F-84D3-40E2-AF1E-61840F537BB2}">
      <dgm:prSet/>
      <dgm:spPr/>
      <dgm:t>
        <a:bodyPr/>
        <a:lstStyle/>
        <a:p>
          <a:endParaRPr lang="en-US"/>
        </a:p>
      </dgm:t>
    </dgm:pt>
    <dgm:pt modelId="{D20B0350-F2C5-46AD-9D92-790CFB72E950}" type="sibTrans" cxnId="{68ABA64F-84D3-40E2-AF1E-61840F537BB2}">
      <dgm:prSet/>
      <dgm:spPr/>
      <dgm:t>
        <a:bodyPr/>
        <a:lstStyle/>
        <a:p>
          <a:endParaRPr lang="en-US"/>
        </a:p>
      </dgm:t>
    </dgm:pt>
    <dgm:pt modelId="{DD2CE6D7-104A-46E8-97B5-2AC636AB66C8}">
      <dgm:prSet/>
      <dgm:spPr/>
      <dgm:t>
        <a:bodyPr/>
        <a:lstStyle/>
        <a:p>
          <a:r>
            <a:rPr lang="en-US"/>
            <a:t>- Dosage what-if simulation</a:t>
          </a:r>
        </a:p>
      </dgm:t>
    </dgm:pt>
    <dgm:pt modelId="{E75391EA-084E-4F3C-9709-7703929DFE77}" type="parTrans" cxnId="{23CE41A6-4D9B-4A86-92C0-F6AD8C9B2D04}">
      <dgm:prSet/>
      <dgm:spPr/>
      <dgm:t>
        <a:bodyPr/>
        <a:lstStyle/>
        <a:p>
          <a:endParaRPr lang="en-US"/>
        </a:p>
      </dgm:t>
    </dgm:pt>
    <dgm:pt modelId="{548637B3-54C9-426D-8099-B48861BA9E1A}" type="sibTrans" cxnId="{23CE41A6-4D9B-4A86-92C0-F6AD8C9B2D04}">
      <dgm:prSet/>
      <dgm:spPr/>
      <dgm:t>
        <a:bodyPr/>
        <a:lstStyle/>
        <a:p>
          <a:endParaRPr lang="en-US"/>
        </a:p>
      </dgm:t>
    </dgm:pt>
    <dgm:pt modelId="{A1A931CB-6FA9-41E8-BDB4-BA1D89A2E2CE}">
      <dgm:prSet/>
      <dgm:spPr/>
      <dgm:t>
        <a:bodyPr/>
        <a:lstStyle/>
        <a:p>
          <a:r>
            <a:rPr lang="en-US"/>
            <a:t>- Agentic reasoning via LangGraph</a:t>
          </a:r>
        </a:p>
      </dgm:t>
    </dgm:pt>
    <dgm:pt modelId="{F6E94022-54C0-4CB0-BD8F-107D5B38D095}" type="parTrans" cxnId="{029E12BC-111B-4397-8F8B-FB35A0A22FC9}">
      <dgm:prSet/>
      <dgm:spPr/>
      <dgm:t>
        <a:bodyPr/>
        <a:lstStyle/>
        <a:p>
          <a:endParaRPr lang="en-US"/>
        </a:p>
      </dgm:t>
    </dgm:pt>
    <dgm:pt modelId="{5AA664D7-B1D2-47FF-8875-837946F67F2E}" type="sibTrans" cxnId="{029E12BC-111B-4397-8F8B-FB35A0A22FC9}">
      <dgm:prSet/>
      <dgm:spPr/>
      <dgm:t>
        <a:bodyPr/>
        <a:lstStyle/>
        <a:p>
          <a:endParaRPr lang="en-US"/>
        </a:p>
      </dgm:t>
    </dgm:pt>
    <dgm:pt modelId="{E509EDDF-8CA1-48D1-8676-4A2D35742B1D}">
      <dgm:prSet/>
      <dgm:spPr/>
      <dgm:t>
        <a:bodyPr/>
        <a:lstStyle/>
        <a:p>
          <a:r>
            <a:rPr lang="en-US"/>
            <a:t>- Real-time visual agent flow</a:t>
          </a:r>
        </a:p>
      </dgm:t>
    </dgm:pt>
    <dgm:pt modelId="{7AE57E1E-0FEA-48DD-8B3F-B3465D014320}" type="parTrans" cxnId="{73B6407B-D404-468E-A54F-D7F858109A3C}">
      <dgm:prSet/>
      <dgm:spPr/>
      <dgm:t>
        <a:bodyPr/>
        <a:lstStyle/>
        <a:p>
          <a:endParaRPr lang="en-US"/>
        </a:p>
      </dgm:t>
    </dgm:pt>
    <dgm:pt modelId="{82DE09DD-33F6-4DF1-83F8-F489EE2D4B30}" type="sibTrans" cxnId="{73B6407B-D404-468E-A54F-D7F858109A3C}">
      <dgm:prSet/>
      <dgm:spPr/>
      <dgm:t>
        <a:bodyPr/>
        <a:lstStyle/>
        <a:p>
          <a:endParaRPr lang="en-US"/>
        </a:p>
      </dgm:t>
    </dgm:pt>
    <dgm:pt modelId="{1FC792D0-AEC3-4498-B09E-5D00CA997EFE}" type="pres">
      <dgm:prSet presAssocID="{BBA64C15-63A3-43B5-83FE-FF0E9274D1D2}" presName="vert0" presStyleCnt="0">
        <dgm:presLayoutVars>
          <dgm:dir/>
          <dgm:animOne val="branch"/>
          <dgm:animLvl val="lvl"/>
        </dgm:presLayoutVars>
      </dgm:prSet>
      <dgm:spPr/>
    </dgm:pt>
    <dgm:pt modelId="{27F43025-1127-43C5-B9B1-19DBD79CA75C}" type="pres">
      <dgm:prSet presAssocID="{700FD231-2CBC-4048-BCD1-7FBE0C4BA516}" presName="thickLine" presStyleLbl="alignNode1" presStyleIdx="0" presStyleCnt="6"/>
      <dgm:spPr/>
    </dgm:pt>
    <dgm:pt modelId="{64EA4D05-D057-4289-BCC3-C852E357B538}" type="pres">
      <dgm:prSet presAssocID="{700FD231-2CBC-4048-BCD1-7FBE0C4BA516}" presName="horz1" presStyleCnt="0"/>
      <dgm:spPr/>
    </dgm:pt>
    <dgm:pt modelId="{D5299855-B41B-490E-A5B7-8380B5272EB4}" type="pres">
      <dgm:prSet presAssocID="{700FD231-2CBC-4048-BCD1-7FBE0C4BA516}" presName="tx1" presStyleLbl="revTx" presStyleIdx="0" presStyleCnt="6"/>
      <dgm:spPr/>
    </dgm:pt>
    <dgm:pt modelId="{7604AFFA-B5DE-4ACD-A73F-C43FAA0ECA5A}" type="pres">
      <dgm:prSet presAssocID="{700FD231-2CBC-4048-BCD1-7FBE0C4BA516}" presName="vert1" presStyleCnt="0"/>
      <dgm:spPr/>
    </dgm:pt>
    <dgm:pt modelId="{77F60842-DD46-4218-84AA-853D93981A9A}" type="pres">
      <dgm:prSet presAssocID="{B0479ED8-C0D4-44F4-B2BB-10B9FAB65D0D}" presName="thickLine" presStyleLbl="alignNode1" presStyleIdx="1" presStyleCnt="6"/>
      <dgm:spPr/>
    </dgm:pt>
    <dgm:pt modelId="{96339062-74E1-484E-A9CF-CE33017869DC}" type="pres">
      <dgm:prSet presAssocID="{B0479ED8-C0D4-44F4-B2BB-10B9FAB65D0D}" presName="horz1" presStyleCnt="0"/>
      <dgm:spPr/>
    </dgm:pt>
    <dgm:pt modelId="{6836A41C-868C-42C2-8000-070957A56D66}" type="pres">
      <dgm:prSet presAssocID="{B0479ED8-C0D4-44F4-B2BB-10B9FAB65D0D}" presName="tx1" presStyleLbl="revTx" presStyleIdx="1" presStyleCnt="6"/>
      <dgm:spPr/>
    </dgm:pt>
    <dgm:pt modelId="{DB31E8FC-F4E2-4143-9AF9-CAF0E96BC5A9}" type="pres">
      <dgm:prSet presAssocID="{B0479ED8-C0D4-44F4-B2BB-10B9FAB65D0D}" presName="vert1" presStyleCnt="0"/>
      <dgm:spPr/>
    </dgm:pt>
    <dgm:pt modelId="{4596BC30-3AED-4675-85C3-16EC39AAFDE8}" type="pres">
      <dgm:prSet presAssocID="{9BFBB321-1E28-4E7E-9B31-D25F127C5DE7}" presName="thickLine" presStyleLbl="alignNode1" presStyleIdx="2" presStyleCnt="6"/>
      <dgm:spPr/>
    </dgm:pt>
    <dgm:pt modelId="{3AA5A210-B5B2-4CC5-9E09-786753CB929A}" type="pres">
      <dgm:prSet presAssocID="{9BFBB321-1E28-4E7E-9B31-D25F127C5DE7}" presName="horz1" presStyleCnt="0"/>
      <dgm:spPr/>
    </dgm:pt>
    <dgm:pt modelId="{E5C0CAF0-D7FF-47AA-8C49-33CED04A6F9E}" type="pres">
      <dgm:prSet presAssocID="{9BFBB321-1E28-4E7E-9B31-D25F127C5DE7}" presName="tx1" presStyleLbl="revTx" presStyleIdx="2" presStyleCnt="6"/>
      <dgm:spPr/>
    </dgm:pt>
    <dgm:pt modelId="{5C4E1A50-AA82-416F-ACBE-D70174CD75A6}" type="pres">
      <dgm:prSet presAssocID="{9BFBB321-1E28-4E7E-9B31-D25F127C5DE7}" presName="vert1" presStyleCnt="0"/>
      <dgm:spPr/>
    </dgm:pt>
    <dgm:pt modelId="{8279B9CC-FCB3-4D49-9C3F-7E72C36677A1}" type="pres">
      <dgm:prSet presAssocID="{DD2CE6D7-104A-46E8-97B5-2AC636AB66C8}" presName="thickLine" presStyleLbl="alignNode1" presStyleIdx="3" presStyleCnt="6"/>
      <dgm:spPr/>
    </dgm:pt>
    <dgm:pt modelId="{E3121929-9553-4C7F-85CC-C95012D90F5A}" type="pres">
      <dgm:prSet presAssocID="{DD2CE6D7-104A-46E8-97B5-2AC636AB66C8}" presName="horz1" presStyleCnt="0"/>
      <dgm:spPr/>
    </dgm:pt>
    <dgm:pt modelId="{1AA7D1F5-A180-45F9-A60B-BDFFB59A1238}" type="pres">
      <dgm:prSet presAssocID="{DD2CE6D7-104A-46E8-97B5-2AC636AB66C8}" presName="tx1" presStyleLbl="revTx" presStyleIdx="3" presStyleCnt="6"/>
      <dgm:spPr/>
    </dgm:pt>
    <dgm:pt modelId="{E38E26F7-91E1-4EA9-A4E3-295287B7417A}" type="pres">
      <dgm:prSet presAssocID="{DD2CE6D7-104A-46E8-97B5-2AC636AB66C8}" presName="vert1" presStyleCnt="0"/>
      <dgm:spPr/>
    </dgm:pt>
    <dgm:pt modelId="{2A7E7354-2060-4903-8FD0-07B92E1ABB45}" type="pres">
      <dgm:prSet presAssocID="{A1A931CB-6FA9-41E8-BDB4-BA1D89A2E2CE}" presName="thickLine" presStyleLbl="alignNode1" presStyleIdx="4" presStyleCnt="6"/>
      <dgm:spPr/>
    </dgm:pt>
    <dgm:pt modelId="{4B6F7F31-C334-40FF-BAA4-BCDBFCAE3124}" type="pres">
      <dgm:prSet presAssocID="{A1A931CB-6FA9-41E8-BDB4-BA1D89A2E2CE}" presName="horz1" presStyleCnt="0"/>
      <dgm:spPr/>
    </dgm:pt>
    <dgm:pt modelId="{EFA7E7E7-D936-46A3-9C15-74D4621B46BE}" type="pres">
      <dgm:prSet presAssocID="{A1A931CB-6FA9-41E8-BDB4-BA1D89A2E2CE}" presName="tx1" presStyleLbl="revTx" presStyleIdx="4" presStyleCnt="6"/>
      <dgm:spPr/>
    </dgm:pt>
    <dgm:pt modelId="{BDFA188F-A662-4CB7-9919-BACE32680825}" type="pres">
      <dgm:prSet presAssocID="{A1A931CB-6FA9-41E8-BDB4-BA1D89A2E2CE}" presName="vert1" presStyleCnt="0"/>
      <dgm:spPr/>
    </dgm:pt>
    <dgm:pt modelId="{A9130288-318C-476D-9C2D-0F6929ACF9EC}" type="pres">
      <dgm:prSet presAssocID="{E509EDDF-8CA1-48D1-8676-4A2D35742B1D}" presName="thickLine" presStyleLbl="alignNode1" presStyleIdx="5" presStyleCnt="6"/>
      <dgm:spPr/>
    </dgm:pt>
    <dgm:pt modelId="{A6D7083F-10E5-4849-B7EA-2515C9655DC6}" type="pres">
      <dgm:prSet presAssocID="{E509EDDF-8CA1-48D1-8676-4A2D35742B1D}" presName="horz1" presStyleCnt="0"/>
      <dgm:spPr/>
    </dgm:pt>
    <dgm:pt modelId="{0ED029B3-8C43-4357-A07B-CB10C7D3F774}" type="pres">
      <dgm:prSet presAssocID="{E509EDDF-8CA1-48D1-8676-4A2D35742B1D}" presName="tx1" presStyleLbl="revTx" presStyleIdx="5" presStyleCnt="6"/>
      <dgm:spPr/>
    </dgm:pt>
    <dgm:pt modelId="{782A1C75-001D-4867-B8E8-225BA571EA81}" type="pres">
      <dgm:prSet presAssocID="{E509EDDF-8CA1-48D1-8676-4A2D35742B1D}" presName="vert1" presStyleCnt="0"/>
      <dgm:spPr/>
    </dgm:pt>
  </dgm:ptLst>
  <dgm:cxnLst>
    <dgm:cxn modelId="{5D2F6F1B-4B64-4C1E-AEF1-8919A1525057}" type="presOf" srcId="{DD2CE6D7-104A-46E8-97B5-2AC636AB66C8}" destId="{1AA7D1F5-A180-45F9-A60B-BDFFB59A1238}" srcOrd="0" destOrd="0" presId="urn:microsoft.com/office/officeart/2008/layout/LinedList"/>
    <dgm:cxn modelId="{7C314225-FCA7-4465-9919-8BEF26F9DA67}" type="presOf" srcId="{B0479ED8-C0D4-44F4-B2BB-10B9FAB65D0D}" destId="{6836A41C-868C-42C2-8000-070957A56D66}" srcOrd="0" destOrd="0" presId="urn:microsoft.com/office/officeart/2008/layout/LinedList"/>
    <dgm:cxn modelId="{D126C828-6DAD-46AD-848C-4949F9C89451}" srcId="{BBA64C15-63A3-43B5-83FE-FF0E9274D1D2}" destId="{B0479ED8-C0D4-44F4-B2BB-10B9FAB65D0D}" srcOrd="1" destOrd="0" parTransId="{17E97C7D-2F48-41FB-942D-7F1E1DE4EA32}" sibTransId="{DC998439-99A9-4697-904B-1C507F7A018C}"/>
    <dgm:cxn modelId="{68ABA64F-84D3-40E2-AF1E-61840F537BB2}" srcId="{BBA64C15-63A3-43B5-83FE-FF0E9274D1D2}" destId="{9BFBB321-1E28-4E7E-9B31-D25F127C5DE7}" srcOrd="2" destOrd="0" parTransId="{D4107B31-F421-4F52-BD37-163D6C44DEC9}" sibTransId="{D20B0350-F2C5-46AD-9D92-790CFB72E950}"/>
    <dgm:cxn modelId="{73B6407B-D404-468E-A54F-D7F858109A3C}" srcId="{BBA64C15-63A3-43B5-83FE-FF0E9274D1D2}" destId="{E509EDDF-8CA1-48D1-8676-4A2D35742B1D}" srcOrd="5" destOrd="0" parTransId="{7AE57E1E-0FEA-48DD-8B3F-B3465D014320}" sibTransId="{82DE09DD-33F6-4DF1-83F8-F489EE2D4B30}"/>
    <dgm:cxn modelId="{B033E588-D1FD-4377-93D0-B09A3E8AB7DF}" type="presOf" srcId="{E509EDDF-8CA1-48D1-8676-4A2D35742B1D}" destId="{0ED029B3-8C43-4357-A07B-CB10C7D3F774}" srcOrd="0" destOrd="0" presId="urn:microsoft.com/office/officeart/2008/layout/LinedList"/>
    <dgm:cxn modelId="{23CE41A6-4D9B-4A86-92C0-F6AD8C9B2D04}" srcId="{BBA64C15-63A3-43B5-83FE-FF0E9274D1D2}" destId="{DD2CE6D7-104A-46E8-97B5-2AC636AB66C8}" srcOrd="3" destOrd="0" parTransId="{E75391EA-084E-4F3C-9709-7703929DFE77}" sibTransId="{548637B3-54C9-426D-8099-B48861BA9E1A}"/>
    <dgm:cxn modelId="{DE9556A8-3072-49FF-BDB1-6F6289D239C4}" srcId="{BBA64C15-63A3-43B5-83FE-FF0E9274D1D2}" destId="{700FD231-2CBC-4048-BCD1-7FBE0C4BA516}" srcOrd="0" destOrd="0" parTransId="{36139648-2365-4FA3-83AB-C5BBFE225DBD}" sibTransId="{BB6A15BB-6EC5-42BD-A90C-CF23838CA794}"/>
    <dgm:cxn modelId="{029E12BC-111B-4397-8F8B-FB35A0A22FC9}" srcId="{BBA64C15-63A3-43B5-83FE-FF0E9274D1D2}" destId="{A1A931CB-6FA9-41E8-BDB4-BA1D89A2E2CE}" srcOrd="4" destOrd="0" parTransId="{F6E94022-54C0-4CB0-BD8F-107D5B38D095}" sibTransId="{5AA664D7-B1D2-47FF-8875-837946F67F2E}"/>
    <dgm:cxn modelId="{8A627EBE-EC7B-41DE-8438-2EDA240E03BF}" type="presOf" srcId="{700FD231-2CBC-4048-BCD1-7FBE0C4BA516}" destId="{D5299855-B41B-490E-A5B7-8380B5272EB4}" srcOrd="0" destOrd="0" presId="urn:microsoft.com/office/officeart/2008/layout/LinedList"/>
    <dgm:cxn modelId="{CEFE49C6-AA74-4493-BE7B-C834E78F6046}" type="presOf" srcId="{A1A931CB-6FA9-41E8-BDB4-BA1D89A2E2CE}" destId="{EFA7E7E7-D936-46A3-9C15-74D4621B46BE}" srcOrd="0" destOrd="0" presId="urn:microsoft.com/office/officeart/2008/layout/LinedList"/>
    <dgm:cxn modelId="{8C3C41C9-D0EF-42D3-8B9D-1B671350407E}" type="presOf" srcId="{9BFBB321-1E28-4E7E-9B31-D25F127C5DE7}" destId="{E5C0CAF0-D7FF-47AA-8C49-33CED04A6F9E}" srcOrd="0" destOrd="0" presId="urn:microsoft.com/office/officeart/2008/layout/LinedList"/>
    <dgm:cxn modelId="{6A3A77FF-D89E-49C0-B2C7-E62984C97A24}" type="presOf" srcId="{BBA64C15-63A3-43B5-83FE-FF0E9274D1D2}" destId="{1FC792D0-AEC3-4498-B09E-5D00CA997EFE}" srcOrd="0" destOrd="0" presId="urn:microsoft.com/office/officeart/2008/layout/LinedList"/>
    <dgm:cxn modelId="{E7361C63-DDFD-4D18-9575-EF907B4EE79A}" type="presParOf" srcId="{1FC792D0-AEC3-4498-B09E-5D00CA997EFE}" destId="{27F43025-1127-43C5-B9B1-19DBD79CA75C}" srcOrd="0" destOrd="0" presId="urn:microsoft.com/office/officeart/2008/layout/LinedList"/>
    <dgm:cxn modelId="{5E44AA65-54CE-419F-AA56-043ADFAB8DFD}" type="presParOf" srcId="{1FC792D0-AEC3-4498-B09E-5D00CA997EFE}" destId="{64EA4D05-D057-4289-BCC3-C852E357B538}" srcOrd="1" destOrd="0" presId="urn:microsoft.com/office/officeart/2008/layout/LinedList"/>
    <dgm:cxn modelId="{2BF06715-0EBA-4470-9C7B-84C8CD183F61}" type="presParOf" srcId="{64EA4D05-D057-4289-BCC3-C852E357B538}" destId="{D5299855-B41B-490E-A5B7-8380B5272EB4}" srcOrd="0" destOrd="0" presId="urn:microsoft.com/office/officeart/2008/layout/LinedList"/>
    <dgm:cxn modelId="{D8D27EF6-2FAB-4604-ACC7-5ABA2F09B2B4}" type="presParOf" srcId="{64EA4D05-D057-4289-BCC3-C852E357B538}" destId="{7604AFFA-B5DE-4ACD-A73F-C43FAA0ECA5A}" srcOrd="1" destOrd="0" presId="urn:microsoft.com/office/officeart/2008/layout/LinedList"/>
    <dgm:cxn modelId="{B8C82510-F7CF-461A-B5FB-3DE5FF13AF6A}" type="presParOf" srcId="{1FC792D0-AEC3-4498-B09E-5D00CA997EFE}" destId="{77F60842-DD46-4218-84AA-853D93981A9A}" srcOrd="2" destOrd="0" presId="urn:microsoft.com/office/officeart/2008/layout/LinedList"/>
    <dgm:cxn modelId="{69AD15D7-56F7-44D9-AB44-BAF2B27A5DE8}" type="presParOf" srcId="{1FC792D0-AEC3-4498-B09E-5D00CA997EFE}" destId="{96339062-74E1-484E-A9CF-CE33017869DC}" srcOrd="3" destOrd="0" presId="urn:microsoft.com/office/officeart/2008/layout/LinedList"/>
    <dgm:cxn modelId="{4D503CA7-3DD2-4E77-8060-BF4F0A9BBBFB}" type="presParOf" srcId="{96339062-74E1-484E-A9CF-CE33017869DC}" destId="{6836A41C-868C-42C2-8000-070957A56D66}" srcOrd="0" destOrd="0" presId="urn:microsoft.com/office/officeart/2008/layout/LinedList"/>
    <dgm:cxn modelId="{3415B9EB-E363-4F04-AE5A-C5920E2824FE}" type="presParOf" srcId="{96339062-74E1-484E-A9CF-CE33017869DC}" destId="{DB31E8FC-F4E2-4143-9AF9-CAF0E96BC5A9}" srcOrd="1" destOrd="0" presId="urn:microsoft.com/office/officeart/2008/layout/LinedList"/>
    <dgm:cxn modelId="{579C609B-E173-4136-8C94-7727AE2442A2}" type="presParOf" srcId="{1FC792D0-AEC3-4498-B09E-5D00CA997EFE}" destId="{4596BC30-3AED-4675-85C3-16EC39AAFDE8}" srcOrd="4" destOrd="0" presId="urn:microsoft.com/office/officeart/2008/layout/LinedList"/>
    <dgm:cxn modelId="{EC54E01F-8B79-4BAC-B107-A99FD0010989}" type="presParOf" srcId="{1FC792D0-AEC3-4498-B09E-5D00CA997EFE}" destId="{3AA5A210-B5B2-4CC5-9E09-786753CB929A}" srcOrd="5" destOrd="0" presId="urn:microsoft.com/office/officeart/2008/layout/LinedList"/>
    <dgm:cxn modelId="{7C9D9149-4D11-4DF7-9673-22D8021E3DDA}" type="presParOf" srcId="{3AA5A210-B5B2-4CC5-9E09-786753CB929A}" destId="{E5C0CAF0-D7FF-47AA-8C49-33CED04A6F9E}" srcOrd="0" destOrd="0" presId="urn:microsoft.com/office/officeart/2008/layout/LinedList"/>
    <dgm:cxn modelId="{405FBDA7-86A9-4D1F-BF95-A05FB4373008}" type="presParOf" srcId="{3AA5A210-B5B2-4CC5-9E09-786753CB929A}" destId="{5C4E1A50-AA82-416F-ACBE-D70174CD75A6}" srcOrd="1" destOrd="0" presId="urn:microsoft.com/office/officeart/2008/layout/LinedList"/>
    <dgm:cxn modelId="{5FE65F17-FED6-4314-94CE-1E4C23C4EDC8}" type="presParOf" srcId="{1FC792D0-AEC3-4498-B09E-5D00CA997EFE}" destId="{8279B9CC-FCB3-4D49-9C3F-7E72C36677A1}" srcOrd="6" destOrd="0" presId="urn:microsoft.com/office/officeart/2008/layout/LinedList"/>
    <dgm:cxn modelId="{D923FDB5-A8E0-469B-BB50-8C71CCCF40B7}" type="presParOf" srcId="{1FC792D0-AEC3-4498-B09E-5D00CA997EFE}" destId="{E3121929-9553-4C7F-85CC-C95012D90F5A}" srcOrd="7" destOrd="0" presId="urn:microsoft.com/office/officeart/2008/layout/LinedList"/>
    <dgm:cxn modelId="{A58511B7-201A-4663-8D6D-580A094CDDE5}" type="presParOf" srcId="{E3121929-9553-4C7F-85CC-C95012D90F5A}" destId="{1AA7D1F5-A180-45F9-A60B-BDFFB59A1238}" srcOrd="0" destOrd="0" presId="urn:microsoft.com/office/officeart/2008/layout/LinedList"/>
    <dgm:cxn modelId="{871E436F-1F1E-425E-A785-7E18233EC3A4}" type="presParOf" srcId="{E3121929-9553-4C7F-85CC-C95012D90F5A}" destId="{E38E26F7-91E1-4EA9-A4E3-295287B7417A}" srcOrd="1" destOrd="0" presId="urn:microsoft.com/office/officeart/2008/layout/LinedList"/>
    <dgm:cxn modelId="{E5642C90-F308-400B-8032-B6B85C87496F}" type="presParOf" srcId="{1FC792D0-AEC3-4498-B09E-5D00CA997EFE}" destId="{2A7E7354-2060-4903-8FD0-07B92E1ABB45}" srcOrd="8" destOrd="0" presId="urn:microsoft.com/office/officeart/2008/layout/LinedList"/>
    <dgm:cxn modelId="{12871DB1-7518-4644-B128-A724F36311BB}" type="presParOf" srcId="{1FC792D0-AEC3-4498-B09E-5D00CA997EFE}" destId="{4B6F7F31-C334-40FF-BAA4-BCDBFCAE3124}" srcOrd="9" destOrd="0" presId="urn:microsoft.com/office/officeart/2008/layout/LinedList"/>
    <dgm:cxn modelId="{B9170C21-4ABE-4ACC-AFB6-BB2D72174940}" type="presParOf" srcId="{4B6F7F31-C334-40FF-BAA4-BCDBFCAE3124}" destId="{EFA7E7E7-D936-46A3-9C15-74D4621B46BE}" srcOrd="0" destOrd="0" presId="urn:microsoft.com/office/officeart/2008/layout/LinedList"/>
    <dgm:cxn modelId="{DF9D0646-0426-4130-80CF-9A34920A49B1}" type="presParOf" srcId="{4B6F7F31-C334-40FF-BAA4-BCDBFCAE3124}" destId="{BDFA188F-A662-4CB7-9919-BACE32680825}" srcOrd="1" destOrd="0" presId="urn:microsoft.com/office/officeart/2008/layout/LinedList"/>
    <dgm:cxn modelId="{D2F1F79B-B9DF-42FD-B936-A1105E59F04B}" type="presParOf" srcId="{1FC792D0-AEC3-4498-B09E-5D00CA997EFE}" destId="{A9130288-318C-476D-9C2D-0F6929ACF9EC}" srcOrd="10" destOrd="0" presId="urn:microsoft.com/office/officeart/2008/layout/LinedList"/>
    <dgm:cxn modelId="{BD545AD5-35DE-4F9B-AA10-E138A114EACE}" type="presParOf" srcId="{1FC792D0-AEC3-4498-B09E-5D00CA997EFE}" destId="{A6D7083F-10E5-4849-B7EA-2515C9655DC6}" srcOrd="11" destOrd="0" presId="urn:microsoft.com/office/officeart/2008/layout/LinedList"/>
    <dgm:cxn modelId="{0A1581FE-8F2C-4F02-9716-CD930F75655D}" type="presParOf" srcId="{A6D7083F-10E5-4849-B7EA-2515C9655DC6}" destId="{0ED029B3-8C43-4357-A07B-CB10C7D3F774}" srcOrd="0" destOrd="0" presId="urn:microsoft.com/office/officeart/2008/layout/LinedList"/>
    <dgm:cxn modelId="{95FF94FF-EF2B-4BF4-9B38-2A174DB11D79}" type="presParOf" srcId="{A6D7083F-10E5-4849-B7EA-2515C9655DC6}" destId="{782A1C75-001D-4867-B8E8-225BA571EA8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F2EA70F-0F00-45B1-990C-9CF36549F4A7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A236CA8-C292-4E17-AEC4-5EFE2A70FA38}">
      <dgm:prSet/>
      <dgm:spPr/>
      <dgm:t>
        <a:bodyPr/>
        <a:lstStyle/>
        <a:p>
          <a:r>
            <a:rPr lang="en-US"/>
            <a:t>- LangGraph agent framework</a:t>
          </a:r>
        </a:p>
      </dgm:t>
    </dgm:pt>
    <dgm:pt modelId="{64204E6B-5B7F-4B01-AB4C-A3CF525C6E59}" type="parTrans" cxnId="{20BA1978-137D-4E10-8412-46D37CB6CD22}">
      <dgm:prSet/>
      <dgm:spPr/>
      <dgm:t>
        <a:bodyPr/>
        <a:lstStyle/>
        <a:p>
          <a:endParaRPr lang="en-US"/>
        </a:p>
      </dgm:t>
    </dgm:pt>
    <dgm:pt modelId="{8663396F-182C-48C4-94EE-E97EAACCD359}" type="sibTrans" cxnId="{20BA1978-137D-4E10-8412-46D37CB6CD22}">
      <dgm:prSet/>
      <dgm:spPr/>
      <dgm:t>
        <a:bodyPr/>
        <a:lstStyle/>
        <a:p>
          <a:endParaRPr lang="en-US"/>
        </a:p>
      </dgm:t>
    </dgm:pt>
    <dgm:pt modelId="{4A7EE16E-360D-479B-9973-6E7A523B98F4}">
      <dgm:prSet/>
      <dgm:spPr/>
      <dgm:t>
        <a:bodyPr/>
        <a:lstStyle/>
        <a:p>
          <a:r>
            <a:rPr lang="en-US"/>
            <a:t>- Four specialized AI tools</a:t>
          </a:r>
        </a:p>
      </dgm:t>
    </dgm:pt>
    <dgm:pt modelId="{E49AE955-09B0-4A42-9DC9-1D56CD8A905C}" type="parTrans" cxnId="{03136769-0226-403F-908D-80EE6ED2C36B}">
      <dgm:prSet/>
      <dgm:spPr/>
      <dgm:t>
        <a:bodyPr/>
        <a:lstStyle/>
        <a:p>
          <a:endParaRPr lang="en-US"/>
        </a:p>
      </dgm:t>
    </dgm:pt>
    <dgm:pt modelId="{0BF091EE-FD14-422A-B5E3-575162384B7A}" type="sibTrans" cxnId="{03136769-0226-403F-908D-80EE6ED2C36B}">
      <dgm:prSet/>
      <dgm:spPr/>
      <dgm:t>
        <a:bodyPr/>
        <a:lstStyle/>
        <a:p>
          <a:endParaRPr lang="en-US"/>
        </a:p>
      </dgm:t>
    </dgm:pt>
    <dgm:pt modelId="{7914EEFF-5FF2-4AC6-878E-5DB11F7BCE2D}">
      <dgm:prSet/>
      <dgm:spPr/>
      <dgm:t>
        <a:bodyPr/>
        <a:lstStyle/>
        <a:p>
          <a:r>
            <a:rPr lang="en-US"/>
            <a:t>- Memory checkpointing</a:t>
          </a:r>
        </a:p>
      </dgm:t>
    </dgm:pt>
    <dgm:pt modelId="{34947ABE-4A24-4173-B94A-7DD5F31148C8}" type="parTrans" cxnId="{BB0E03F2-2519-466E-9024-B2EDCAFF7616}">
      <dgm:prSet/>
      <dgm:spPr/>
      <dgm:t>
        <a:bodyPr/>
        <a:lstStyle/>
        <a:p>
          <a:endParaRPr lang="en-US"/>
        </a:p>
      </dgm:t>
    </dgm:pt>
    <dgm:pt modelId="{97FE6435-36F0-4185-8680-2114423DDE4B}" type="sibTrans" cxnId="{BB0E03F2-2519-466E-9024-B2EDCAFF7616}">
      <dgm:prSet/>
      <dgm:spPr/>
      <dgm:t>
        <a:bodyPr/>
        <a:lstStyle/>
        <a:p>
          <a:endParaRPr lang="en-US"/>
        </a:p>
      </dgm:t>
    </dgm:pt>
    <dgm:pt modelId="{4AC0AEE0-6970-4A69-B895-0EB5194D6172}">
      <dgm:prSet/>
      <dgm:spPr/>
      <dgm:t>
        <a:bodyPr/>
        <a:lstStyle/>
        <a:p>
          <a:r>
            <a:rPr lang="en-US"/>
            <a:t>- OpenAI LLMs</a:t>
          </a:r>
        </a:p>
      </dgm:t>
    </dgm:pt>
    <dgm:pt modelId="{23164112-C502-4B37-94AB-5B2B0D3BCE91}" type="parTrans" cxnId="{04B7A71B-B4EC-4566-83D8-FFEEF4B27F25}">
      <dgm:prSet/>
      <dgm:spPr/>
      <dgm:t>
        <a:bodyPr/>
        <a:lstStyle/>
        <a:p>
          <a:endParaRPr lang="en-US"/>
        </a:p>
      </dgm:t>
    </dgm:pt>
    <dgm:pt modelId="{B1F0DE34-DC26-486C-B467-0F0B24F76F3D}" type="sibTrans" cxnId="{04B7A71B-B4EC-4566-83D8-FFEEF4B27F25}">
      <dgm:prSet/>
      <dgm:spPr/>
      <dgm:t>
        <a:bodyPr/>
        <a:lstStyle/>
        <a:p>
          <a:endParaRPr lang="en-US"/>
        </a:p>
      </dgm:t>
    </dgm:pt>
    <dgm:pt modelId="{65FC0DAC-EF81-4FD2-B549-34B2B50BB6AC}">
      <dgm:prSet/>
      <dgm:spPr/>
      <dgm:t>
        <a:bodyPr/>
        <a:lstStyle/>
        <a:p>
          <a:r>
            <a:rPr lang="en-US"/>
            <a:t>- Databricks Community Edition</a:t>
          </a:r>
        </a:p>
      </dgm:t>
    </dgm:pt>
    <dgm:pt modelId="{4DB56214-1A22-4860-9B5C-762AE0F38E21}" type="parTrans" cxnId="{35584DD8-3A8D-4D96-8F92-0D644F63EF14}">
      <dgm:prSet/>
      <dgm:spPr/>
      <dgm:t>
        <a:bodyPr/>
        <a:lstStyle/>
        <a:p>
          <a:endParaRPr lang="en-US"/>
        </a:p>
      </dgm:t>
    </dgm:pt>
    <dgm:pt modelId="{7963DBDB-719C-45FB-8C9F-495F047EB1BA}" type="sibTrans" cxnId="{35584DD8-3A8D-4D96-8F92-0D644F63EF14}">
      <dgm:prSet/>
      <dgm:spPr/>
      <dgm:t>
        <a:bodyPr/>
        <a:lstStyle/>
        <a:p>
          <a:endParaRPr lang="en-US"/>
        </a:p>
      </dgm:t>
    </dgm:pt>
    <dgm:pt modelId="{2D2F6999-C0B2-492E-BFB0-DF5B54BD309D}" type="pres">
      <dgm:prSet presAssocID="{1F2EA70F-0F00-45B1-990C-9CF36549F4A7}" presName="vert0" presStyleCnt="0">
        <dgm:presLayoutVars>
          <dgm:dir/>
          <dgm:animOne val="branch"/>
          <dgm:animLvl val="lvl"/>
        </dgm:presLayoutVars>
      </dgm:prSet>
      <dgm:spPr/>
    </dgm:pt>
    <dgm:pt modelId="{1E36FB1E-8A5B-49CA-A339-EE671E4B0215}" type="pres">
      <dgm:prSet presAssocID="{EA236CA8-C292-4E17-AEC4-5EFE2A70FA38}" presName="thickLine" presStyleLbl="alignNode1" presStyleIdx="0" presStyleCnt="5"/>
      <dgm:spPr/>
    </dgm:pt>
    <dgm:pt modelId="{69C89990-E4C2-407F-A5BE-C7F08683B618}" type="pres">
      <dgm:prSet presAssocID="{EA236CA8-C292-4E17-AEC4-5EFE2A70FA38}" presName="horz1" presStyleCnt="0"/>
      <dgm:spPr/>
    </dgm:pt>
    <dgm:pt modelId="{405B7EBE-A2FE-4D3E-A74C-3CF0FB12DCB6}" type="pres">
      <dgm:prSet presAssocID="{EA236CA8-C292-4E17-AEC4-5EFE2A70FA38}" presName="tx1" presStyleLbl="revTx" presStyleIdx="0" presStyleCnt="5"/>
      <dgm:spPr/>
    </dgm:pt>
    <dgm:pt modelId="{64A39C4D-E6AD-4143-B33B-7103046C9331}" type="pres">
      <dgm:prSet presAssocID="{EA236CA8-C292-4E17-AEC4-5EFE2A70FA38}" presName="vert1" presStyleCnt="0"/>
      <dgm:spPr/>
    </dgm:pt>
    <dgm:pt modelId="{76634CD2-4C64-4DFB-AE98-10880EA5D236}" type="pres">
      <dgm:prSet presAssocID="{4A7EE16E-360D-479B-9973-6E7A523B98F4}" presName="thickLine" presStyleLbl="alignNode1" presStyleIdx="1" presStyleCnt="5"/>
      <dgm:spPr/>
    </dgm:pt>
    <dgm:pt modelId="{E2DC76ED-9DF6-4D69-85B7-56488BF29CF1}" type="pres">
      <dgm:prSet presAssocID="{4A7EE16E-360D-479B-9973-6E7A523B98F4}" presName="horz1" presStyleCnt="0"/>
      <dgm:spPr/>
    </dgm:pt>
    <dgm:pt modelId="{D85B6D92-8CB8-4139-9C72-90496C469DA1}" type="pres">
      <dgm:prSet presAssocID="{4A7EE16E-360D-479B-9973-6E7A523B98F4}" presName="tx1" presStyleLbl="revTx" presStyleIdx="1" presStyleCnt="5"/>
      <dgm:spPr/>
    </dgm:pt>
    <dgm:pt modelId="{F5D4A5FB-28F5-4BEC-B24D-AD70067D5B5E}" type="pres">
      <dgm:prSet presAssocID="{4A7EE16E-360D-479B-9973-6E7A523B98F4}" presName="vert1" presStyleCnt="0"/>
      <dgm:spPr/>
    </dgm:pt>
    <dgm:pt modelId="{1838A552-0633-4F7D-B5FD-E048E9197D65}" type="pres">
      <dgm:prSet presAssocID="{7914EEFF-5FF2-4AC6-878E-5DB11F7BCE2D}" presName="thickLine" presStyleLbl="alignNode1" presStyleIdx="2" presStyleCnt="5"/>
      <dgm:spPr/>
    </dgm:pt>
    <dgm:pt modelId="{07B76F21-F771-4902-AAE4-570C10E62B97}" type="pres">
      <dgm:prSet presAssocID="{7914EEFF-5FF2-4AC6-878E-5DB11F7BCE2D}" presName="horz1" presStyleCnt="0"/>
      <dgm:spPr/>
    </dgm:pt>
    <dgm:pt modelId="{3FFCD6A8-D62E-4CA3-B47F-2E0847675465}" type="pres">
      <dgm:prSet presAssocID="{7914EEFF-5FF2-4AC6-878E-5DB11F7BCE2D}" presName="tx1" presStyleLbl="revTx" presStyleIdx="2" presStyleCnt="5"/>
      <dgm:spPr/>
    </dgm:pt>
    <dgm:pt modelId="{4E8DCAB1-B42E-4BE3-A7CF-3278D67D943C}" type="pres">
      <dgm:prSet presAssocID="{7914EEFF-5FF2-4AC6-878E-5DB11F7BCE2D}" presName="vert1" presStyleCnt="0"/>
      <dgm:spPr/>
    </dgm:pt>
    <dgm:pt modelId="{93437EF9-A9B7-44F8-94CF-28D301659308}" type="pres">
      <dgm:prSet presAssocID="{4AC0AEE0-6970-4A69-B895-0EB5194D6172}" presName="thickLine" presStyleLbl="alignNode1" presStyleIdx="3" presStyleCnt="5"/>
      <dgm:spPr/>
    </dgm:pt>
    <dgm:pt modelId="{F0C7935E-8DFC-47E4-9381-3BE00DC11E76}" type="pres">
      <dgm:prSet presAssocID="{4AC0AEE0-6970-4A69-B895-0EB5194D6172}" presName="horz1" presStyleCnt="0"/>
      <dgm:spPr/>
    </dgm:pt>
    <dgm:pt modelId="{2B16228B-4192-4A53-8AE4-5305CF1E010A}" type="pres">
      <dgm:prSet presAssocID="{4AC0AEE0-6970-4A69-B895-0EB5194D6172}" presName="tx1" presStyleLbl="revTx" presStyleIdx="3" presStyleCnt="5"/>
      <dgm:spPr/>
    </dgm:pt>
    <dgm:pt modelId="{F08E4D8C-7A30-4A1A-AC06-5948CC341E1F}" type="pres">
      <dgm:prSet presAssocID="{4AC0AEE0-6970-4A69-B895-0EB5194D6172}" presName="vert1" presStyleCnt="0"/>
      <dgm:spPr/>
    </dgm:pt>
    <dgm:pt modelId="{4274FBAE-7778-4DA4-884C-91FB0C468C5B}" type="pres">
      <dgm:prSet presAssocID="{65FC0DAC-EF81-4FD2-B549-34B2B50BB6AC}" presName="thickLine" presStyleLbl="alignNode1" presStyleIdx="4" presStyleCnt="5"/>
      <dgm:spPr/>
    </dgm:pt>
    <dgm:pt modelId="{1937DF3D-6369-4E90-9FC4-92813A4E5AD1}" type="pres">
      <dgm:prSet presAssocID="{65FC0DAC-EF81-4FD2-B549-34B2B50BB6AC}" presName="horz1" presStyleCnt="0"/>
      <dgm:spPr/>
    </dgm:pt>
    <dgm:pt modelId="{C8B11F78-B71F-4B99-A1AB-C09343BCB72A}" type="pres">
      <dgm:prSet presAssocID="{65FC0DAC-EF81-4FD2-B549-34B2B50BB6AC}" presName="tx1" presStyleLbl="revTx" presStyleIdx="4" presStyleCnt="5"/>
      <dgm:spPr/>
    </dgm:pt>
    <dgm:pt modelId="{6B3F44A1-198B-42F3-880E-68F580726FB9}" type="pres">
      <dgm:prSet presAssocID="{65FC0DAC-EF81-4FD2-B549-34B2B50BB6AC}" presName="vert1" presStyleCnt="0"/>
      <dgm:spPr/>
    </dgm:pt>
  </dgm:ptLst>
  <dgm:cxnLst>
    <dgm:cxn modelId="{BB94FC02-9AD6-4F27-95FB-A4E3816E4FDB}" type="presOf" srcId="{4AC0AEE0-6970-4A69-B895-0EB5194D6172}" destId="{2B16228B-4192-4A53-8AE4-5305CF1E010A}" srcOrd="0" destOrd="0" presId="urn:microsoft.com/office/officeart/2008/layout/LinedList"/>
    <dgm:cxn modelId="{060AAA04-12C7-4140-8F9A-54135822EF8E}" type="presOf" srcId="{1F2EA70F-0F00-45B1-990C-9CF36549F4A7}" destId="{2D2F6999-C0B2-492E-BFB0-DF5B54BD309D}" srcOrd="0" destOrd="0" presId="urn:microsoft.com/office/officeart/2008/layout/LinedList"/>
    <dgm:cxn modelId="{04B7A71B-B4EC-4566-83D8-FFEEF4B27F25}" srcId="{1F2EA70F-0F00-45B1-990C-9CF36549F4A7}" destId="{4AC0AEE0-6970-4A69-B895-0EB5194D6172}" srcOrd="3" destOrd="0" parTransId="{23164112-C502-4B37-94AB-5B2B0D3BCE91}" sibTransId="{B1F0DE34-DC26-486C-B467-0F0B24F76F3D}"/>
    <dgm:cxn modelId="{03136769-0226-403F-908D-80EE6ED2C36B}" srcId="{1F2EA70F-0F00-45B1-990C-9CF36549F4A7}" destId="{4A7EE16E-360D-479B-9973-6E7A523B98F4}" srcOrd="1" destOrd="0" parTransId="{E49AE955-09B0-4A42-9DC9-1D56CD8A905C}" sibTransId="{0BF091EE-FD14-422A-B5E3-575162384B7A}"/>
    <dgm:cxn modelId="{20BA1978-137D-4E10-8412-46D37CB6CD22}" srcId="{1F2EA70F-0F00-45B1-990C-9CF36549F4A7}" destId="{EA236CA8-C292-4E17-AEC4-5EFE2A70FA38}" srcOrd="0" destOrd="0" parTransId="{64204E6B-5B7F-4B01-AB4C-A3CF525C6E59}" sibTransId="{8663396F-182C-48C4-94EE-E97EAACCD359}"/>
    <dgm:cxn modelId="{E9609B95-1022-4EDB-B5FD-557AC6E1B29C}" type="presOf" srcId="{4A7EE16E-360D-479B-9973-6E7A523B98F4}" destId="{D85B6D92-8CB8-4139-9C72-90496C469DA1}" srcOrd="0" destOrd="0" presId="urn:microsoft.com/office/officeart/2008/layout/LinedList"/>
    <dgm:cxn modelId="{B94BCEA4-9D2E-4E58-90AB-CDF85C55C6C8}" type="presOf" srcId="{7914EEFF-5FF2-4AC6-878E-5DB11F7BCE2D}" destId="{3FFCD6A8-D62E-4CA3-B47F-2E0847675465}" srcOrd="0" destOrd="0" presId="urn:microsoft.com/office/officeart/2008/layout/LinedList"/>
    <dgm:cxn modelId="{6FA368C0-BB8A-4171-A059-DFA32DA8CF9B}" type="presOf" srcId="{EA236CA8-C292-4E17-AEC4-5EFE2A70FA38}" destId="{405B7EBE-A2FE-4D3E-A74C-3CF0FB12DCB6}" srcOrd="0" destOrd="0" presId="urn:microsoft.com/office/officeart/2008/layout/LinedList"/>
    <dgm:cxn modelId="{9066A8C7-1BB9-43B4-A8E5-603BDB2ED861}" type="presOf" srcId="{65FC0DAC-EF81-4FD2-B549-34B2B50BB6AC}" destId="{C8B11F78-B71F-4B99-A1AB-C09343BCB72A}" srcOrd="0" destOrd="0" presId="urn:microsoft.com/office/officeart/2008/layout/LinedList"/>
    <dgm:cxn modelId="{35584DD8-3A8D-4D96-8F92-0D644F63EF14}" srcId="{1F2EA70F-0F00-45B1-990C-9CF36549F4A7}" destId="{65FC0DAC-EF81-4FD2-B549-34B2B50BB6AC}" srcOrd="4" destOrd="0" parTransId="{4DB56214-1A22-4860-9B5C-762AE0F38E21}" sibTransId="{7963DBDB-719C-45FB-8C9F-495F047EB1BA}"/>
    <dgm:cxn modelId="{BB0E03F2-2519-466E-9024-B2EDCAFF7616}" srcId="{1F2EA70F-0F00-45B1-990C-9CF36549F4A7}" destId="{7914EEFF-5FF2-4AC6-878E-5DB11F7BCE2D}" srcOrd="2" destOrd="0" parTransId="{34947ABE-4A24-4173-B94A-7DD5F31148C8}" sibTransId="{97FE6435-36F0-4185-8680-2114423DDE4B}"/>
    <dgm:cxn modelId="{17BE0207-DAA6-416B-874E-FB0E8E839F5C}" type="presParOf" srcId="{2D2F6999-C0B2-492E-BFB0-DF5B54BD309D}" destId="{1E36FB1E-8A5B-49CA-A339-EE671E4B0215}" srcOrd="0" destOrd="0" presId="urn:microsoft.com/office/officeart/2008/layout/LinedList"/>
    <dgm:cxn modelId="{60FD7246-744A-434D-B287-AF8F43115778}" type="presParOf" srcId="{2D2F6999-C0B2-492E-BFB0-DF5B54BD309D}" destId="{69C89990-E4C2-407F-A5BE-C7F08683B618}" srcOrd="1" destOrd="0" presId="urn:microsoft.com/office/officeart/2008/layout/LinedList"/>
    <dgm:cxn modelId="{DC603A51-0ED5-4585-AEFC-45D1327A9411}" type="presParOf" srcId="{69C89990-E4C2-407F-A5BE-C7F08683B618}" destId="{405B7EBE-A2FE-4D3E-A74C-3CF0FB12DCB6}" srcOrd="0" destOrd="0" presId="urn:microsoft.com/office/officeart/2008/layout/LinedList"/>
    <dgm:cxn modelId="{8A23C892-8441-4FD2-A629-EBB7798CCD4A}" type="presParOf" srcId="{69C89990-E4C2-407F-A5BE-C7F08683B618}" destId="{64A39C4D-E6AD-4143-B33B-7103046C9331}" srcOrd="1" destOrd="0" presId="urn:microsoft.com/office/officeart/2008/layout/LinedList"/>
    <dgm:cxn modelId="{5596252E-80E3-4805-A307-7A3E33F6BA9D}" type="presParOf" srcId="{2D2F6999-C0B2-492E-BFB0-DF5B54BD309D}" destId="{76634CD2-4C64-4DFB-AE98-10880EA5D236}" srcOrd="2" destOrd="0" presId="urn:microsoft.com/office/officeart/2008/layout/LinedList"/>
    <dgm:cxn modelId="{4E8A49EC-6D0A-4C13-BE90-D9B702367909}" type="presParOf" srcId="{2D2F6999-C0B2-492E-BFB0-DF5B54BD309D}" destId="{E2DC76ED-9DF6-4D69-85B7-56488BF29CF1}" srcOrd="3" destOrd="0" presId="urn:microsoft.com/office/officeart/2008/layout/LinedList"/>
    <dgm:cxn modelId="{DA4A7642-2625-465C-8157-3CAF3BA27873}" type="presParOf" srcId="{E2DC76ED-9DF6-4D69-85B7-56488BF29CF1}" destId="{D85B6D92-8CB8-4139-9C72-90496C469DA1}" srcOrd="0" destOrd="0" presId="urn:microsoft.com/office/officeart/2008/layout/LinedList"/>
    <dgm:cxn modelId="{7F18ABDA-7559-47DB-BE80-1EC4A4953E7C}" type="presParOf" srcId="{E2DC76ED-9DF6-4D69-85B7-56488BF29CF1}" destId="{F5D4A5FB-28F5-4BEC-B24D-AD70067D5B5E}" srcOrd="1" destOrd="0" presId="urn:microsoft.com/office/officeart/2008/layout/LinedList"/>
    <dgm:cxn modelId="{833677DA-2DB5-444E-9D49-957EA3495AEE}" type="presParOf" srcId="{2D2F6999-C0B2-492E-BFB0-DF5B54BD309D}" destId="{1838A552-0633-4F7D-B5FD-E048E9197D65}" srcOrd="4" destOrd="0" presId="urn:microsoft.com/office/officeart/2008/layout/LinedList"/>
    <dgm:cxn modelId="{694D5419-E9CB-4A11-8709-A4D20B483C9C}" type="presParOf" srcId="{2D2F6999-C0B2-492E-BFB0-DF5B54BD309D}" destId="{07B76F21-F771-4902-AAE4-570C10E62B97}" srcOrd="5" destOrd="0" presId="urn:microsoft.com/office/officeart/2008/layout/LinedList"/>
    <dgm:cxn modelId="{C4362854-F246-4410-82D9-CD8B78D1E406}" type="presParOf" srcId="{07B76F21-F771-4902-AAE4-570C10E62B97}" destId="{3FFCD6A8-D62E-4CA3-B47F-2E0847675465}" srcOrd="0" destOrd="0" presId="urn:microsoft.com/office/officeart/2008/layout/LinedList"/>
    <dgm:cxn modelId="{DE9CF13C-E52C-4443-9189-F5FAB060A4A0}" type="presParOf" srcId="{07B76F21-F771-4902-AAE4-570C10E62B97}" destId="{4E8DCAB1-B42E-4BE3-A7CF-3278D67D943C}" srcOrd="1" destOrd="0" presId="urn:microsoft.com/office/officeart/2008/layout/LinedList"/>
    <dgm:cxn modelId="{8AC93AA5-376F-47DE-A289-F8B75618072B}" type="presParOf" srcId="{2D2F6999-C0B2-492E-BFB0-DF5B54BD309D}" destId="{93437EF9-A9B7-44F8-94CF-28D301659308}" srcOrd="6" destOrd="0" presId="urn:microsoft.com/office/officeart/2008/layout/LinedList"/>
    <dgm:cxn modelId="{65561316-AD0C-4F88-A83D-79AAF03166F1}" type="presParOf" srcId="{2D2F6999-C0B2-492E-BFB0-DF5B54BD309D}" destId="{F0C7935E-8DFC-47E4-9381-3BE00DC11E76}" srcOrd="7" destOrd="0" presId="urn:microsoft.com/office/officeart/2008/layout/LinedList"/>
    <dgm:cxn modelId="{100ACBB1-70D9-41A9-ACAA-A567EF333BC3}" type="presParOf" srcId="{F0C7935E-8DFC-47E4-9381-3BE00DC11E76}" destId="{2B16228B-4192-4A53-8AE4-5305CF1E010A}" srcOrd="0" destOrd="0" presId="urn:microsoft.com/office/officeart/2008/layout/LinedList"/>
    <dgm:cxn modelId="{A5CBEE6B-092C-47E1-BED0-AD5DA2D6A145}" type="presParOf" srcId="{F0C7935E-8DFC-47E4-9381-3BE00DC11E76}" destId="{F08E4D8C-7A30-4A1A-AC06-5948CC341E1F}" srcOrd="1" destOrd="0" presId="urn:microsoft.com/office/officeart/2008/layout/LinedList"/>
    <dgm:cxn modelId="{1CEFB311-EAE2-4153-89FC-BCCD1DEF376E}" type="presParOf" srcId="{2D2F6999-C0B2-492E-BFB0-DF5B54BD309D}" destId="{4274FBAE-7778-4DA4-884C-91FB0C468C5B}" srcOrd="8" destOrd="0" presId="urn:microsoft.com/office/officeart/2008/layout/LinedList"/>
    <dgm:cxn modelId="{B3CB8FBD-7E5F-4833-BAAA-ED7D3F7B4E25}" type="presParOf" srcId="{2D2F6999-C0B2-492E-BFB0-DF5B54BD309D}" destId="{1937DF3D-6369-4E90-9FC4-92813A4E5AD1}" srcOrd="9" destOrd="0" presId="urn:microsoft.com/office/officeart/2008/layout/LinedList"/>
    <dgm:cxn modelId="{71A9D7E2-323D-4A46-9A24-0CC32083B7A7}" type="presParOf" srcId="{1937DF3D-6369-4E90-9FC4-92813A4E5AD1}" destId="{C8B11F78-B71F-4B99-A1AB-C09343BCB72A}" srcOrd="0" destOrd="0" presId="urn:microsoft.com/office/officeart/2008/layout/LinedList"/>
    <dgm:cxn modelId="{5A4D5146-5DFE-477E-8D06-E00B50E73164}" type="presParOf" srcId="{1937DF3D-6369-4E90-9FC4-92813A4E5AD1}" destId="{6B3F44A1-198B-42F3-880E-68F580726FB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F8BD873-8477-4866-8362-90B53C84087D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7229E43-DB15-426E-8346-A24EEE7FD5B0}">
      <dgm:prSet/>
      <dgm:spPr/>
      <dgm:t>
        <a:bodyPr/>
        <a:lstStyle/>
        <a:p>
          <a:r>
            <a:rPr lang="en-US"/>
            <a:t>1. Query parsed into tokens</a:t>
          </a:r>
        </a:p>
      </dgm:t>
    </dgm:pt>
    <dgm:pt modelId="{69C99E95-69C7-4316-BA68-058CF62054CB}" type="parTrans" cxnId="{E5E75E09-8C77-4D54-942E-AB0332EF786B}">
      <dgm:prSet/>
      <dgm:spPr/>
      <dgm:t>
        <a:bodyPr/>
        <a:lstStyle/>
        <a:p>
          <a:endParaRPr lang="en-US"/>
        </a:p>
      </dgm:t>
    </dgm:pt>
    <dgm:pt modelId="{8A673D6C-1B91-4542-8842-BAE06350DD25}" type="sibTrans" cxnId="{E5E75E09-8C77-4D54-942E-AB0332EF786B}">
      <dgm:prSet/>
      <dgm:spPr/>
      <dgm:t>
        <a:bodyPr/>
        <a:lstStyle/>
        <a:p>
          <a:endParaRPr lang="en-US"/>
        </a:p>
      </dgm:t>
    </dgm:pt>
    <dgm:pt modelId="{BE638719-0CDE-4E7A-8BF7-C8B86A6229D0}">
      <dgm:prSet/>
      <dgm:spPr/>
      <dgm:t>
        <a:bodyPr/>
        <a:lstStyle/>
        <a:p>
          <a:r>
            <a:rPr lang="en-US"/>
            <a:t>2. Intent extracted</a:t>
          </a:r>
        </a:p>
      </dgm:t>
    </dgm:pt>
    <dgm:pt modelId="{8B9DC17C-E8FA-4CBF-95EC-028A206CA08A}" type="parTrans" cxnId="{AB300C23-04AB-4F2D-B7CB-F30F758B8252}">
      <dgm:prSet/>
      <dgm:spPr/>
      <dgm:t>
        <a:bodyPr/>
        <a:lstStyle/>
        <a:p>
          <a:endParaRPr lang="en-US"/>
        </a:p>
      </dgm:t>
    </dgm:pt>
    <dgm:pt modelId="{C8232702-9028-48B3-ABCC-F3850EABC4E6}" type="sibTrans" cxnId="{AB300C23-04AB-4F2D-B7CB-F30F758B8252}">
      <dgm:prSet/>
      <dgm:spPr/>
      <dgm:t>
        <a:bodyPr/>
        <a:lstStyle/>
        <a:p>
          <a:endParaRPr lang="en-US"/>
        </a:p>
      </dgm:t>
    </dgm:pt>
    <dgm:pt modelId="{0B313405-7856-4C6A-880B-E54565DFEBC0}">
      <dgm:prSet/>
      <dgm:spPr/>
      <dgm:t>
        <a:bodyPr/>
        <a:lstStyle/>
        <a:p>
          <a:r>
            <a:rPr lang="en-US"/>
            <a:t>3. Routing to appropriate tool</a:t>
          </a:r>
        </a:p>
      </dgm:t>
    </dgm:pt>
    <dgm:pt modelId="{DEC6C048-FD09-4ED0-A8AB-D2F18E7238AD}" type="parTrans" cxnId="{1E53E6F6-B5E2-4B77-86ED-A90B266A63C2}">
      <dgm:prSet/>
      <dgm:spPr/>
      <dgm:t>
        <a:bodyPr/>
        <a:lstStyle/>
        <a:p>
          <a:endParaRPr lang="en-US"/>
        </a:p>
      </dgm:t>
    </dgm:pt>
    <dgm:pt modelId="{F22592C5-7D5A-44E9-A983-0EFBB2E1D586}" type="sibTrans" cxnId="{1E53E6F6-B5E2-4B77-86ED-A90B266A63C2}">
      <dgm:prSet/>
      <dgm:spPr/>
      <dgm:t>
        <a:bodyPr/>
        <a:lstStyle/>
        <a:p>
          <a:endParaRPr lang="en-US"/>
        </a:p>
      </dgm:t>
    </dgm:pt>
    <dgm:pt modelId="{433515E2-6CEB-45C5-8D21-56B9DEA1B20F}">
      <dgm:prSet/>
      <dgm:spPr/>
      <dgm:t>
        <a:bodyPr/>
        <a:lstStyle/>
        <a:p>
          <a:r>
            <a:rPr lang="en-US"/>
            <a:t>4. Tool performs analysis</a:t>
          </a:r>
        </a:p>
      </dgm:t>
    </dgm:pt>
    <dgm:pt modelId="{73F362C8-EC5D-42EB-85EB-9E99BC9AB754}" type="parTrans" cxnId="{8B5E28A2-266F-42CC-B7F6-1DB07203FE57}">
      <dgm:prSet/>
      <dgm:spPr/>
      <dgm:t>
        <a:bodyPr/>
        <a:lstStyle/>
        <a:p>
          <a:endParaRPr lang="en-US"/>
        </a:p>
      </dgm:t>
    </dgm:pt>
    <dgm:pt modelId="{9DCF76F5-1A1B-4F91-915A-981A9941BB6B}" type="sibTrans" cxnId="{8B5E28A2-266F-42CC-B7F6-1DB07203FE57}">
      <dgm:prSet/>
      <dgm:spPr/>
      <dgm:t>
        <a:bodyPr/>
        <a:lstStyle/>
        <a:p>
          <a:endParaRPr lang="en-US"/>
        </a:p>
      </dgm:t>
    </dgm:pt>
    <dgm:pt modelId="{FB823DC6-A849-47B8-9B8E-01EA03C0AF83}">
      <dgm:prSet/>
      <dgm:spPr/>
      <dgm:t>
        <a:bodyPr/>
        <a:lstStyle/>
        <a:p>
          <a:r>
            <a:rPr lang="en-US"/>
            <a:t>5. Output aggregated</a:t>
          </a:r>
        </a:p>
      </dgm:t>
    </dgm:pt>
    <dgm:pt modelId="{B868BE46-718C-4A7A-817F-9074233C6656}" type="parTrans" cxnId="{E50EA8B9-4AE9-43DE-BDE6-E91626620AC2}">
      <dgm:prSet/>
      <dgm:spPr/>
      <dgm:t>
        <a:bodyPr/>
        <a:lstStyle/>
        <a:p>
          <a:endParaRPr lang="en-US"/>
        </a:p>
      </dgm:t>
    </dgm:pt>
    <dgm:pt modelId="{2EB879CD-C173-484F-9965-7784B40578BF}" type="sibTrans" cxnId="{E50EA8B9-4AE9-43DE-BDE6-E91626620AC2}">
      <dgm:prSet/>
      <dgm:spPr/>
      <dgm:t>
        <a:bodyPr/>
        <a:lstStyle/>
        <a:p>
          <a:endParaRPr lang="en-US"/>
        </a:p>
      </dgm:t>
    </dgm:pt>
    <dgm:pt modelId="{D0808FFD-4E33-4D6B-956E-0FDBB491E54F}">
      <dgm:prSet/>
      <dgm:spPr/>
      <dgm:t>
        <a:bodyPr/>
        <a:lstStyle/>
        <a:p>
          <a:r>
            <a:rPr lang="en-US"/>
            <a:t>6. Visual flow displayed</a:t>
          </a:r>
        </a:p>
      </dgm:t>
    </dgm:pt>
    <dgm:pt modelId="{2BFEC4DC-EEBF-4063-A4DA-87F7FFF23E18}" type="parTrans" cxnId="{FE57A99A-1E01-48A3-A7C2-2C4A4A4955A9}">
      <dgm:prSet/>
      <dgm:spPr/>
      <dgm:t>
        <a:bodyPr/>
        <a:lstStyle/>
        <a:p>
          <a:endParaRPr lang="en-US"/>
        </a:p>
      </dgm:t>
    </dgm:pt>
    <dgm:pt modelId="{B5F8AE01-D42F-4E1B-ACBA-9978CFD806F9}" type="sibTrans" cxnId="{FE57A99A-1E01-48A3-A7C2-2C4A4A4955A9}">
      <dgm:prSet/>
      <dgm:spPr/>
      <dgm:t>
        <a:bodyPr/>
        <a:lstStyle/>
        <a:p>
          <a:endParaRPr lang="en-US"/>
        </a:p>
      </dgm:t>
    </dgm:pt>
    <dgm:pt modelId="{F5F04027-FE67-4933-97D5-93799B49A7AA}" type="pres">
      <dgm:prSet presAssocID="{EF8BD873-8477-4866-8362-90B53C84087D}" presName="vert0" presStyleCnt="0">
        <dgm:presLayoutVars>
          <dgm:dir/>
          <dgm:animOne val="branch"/>
          <dgm:animLvl val="lvl"/>
        </dgm:presLayoutVars>
      </dgm:prSet>
      <dgm:spPr/>
    </dgm:pt>
    <dgm:pt modelId="{7CF09910-070E-4539-B838-E263C960B95D}" type="pres">
      <dgm:prSet presAssocID="{87229E43-DB15-426E-8346-A24EEE7FD5B0}" presName="thickLine" presStyleLbl="alignNode1" presStyleIdx="0" presStyleCnt="6"/>
      <dgm:spPr/>
    </dgm:pt>
    <dgm:pt modelId="{02351DA9-3799-4431-A120-73FA45AAFD87}" type="pres">
      <dgm:prSet presAssocID="{87229E43-DB15-426E-8346-A24EEE7FD5B0}" presName="horz1" presStyleCnt="0"/>
      <dgm:spPr/>
    </dgm:pt>
    <dgm:pt modelId="{0C62078A-61AF-4246-96EF-A5891FFC40A2}" type="pres">
      <dgm:prSet presAssocID="{87229E43-DB15-426E-8346-A24EEE7FD5B0}" presName="tx1" presStyleLbl="revTx" presStyleIdx="0" presStyleCnt="6"/>
      <dgm:spPr/>
    </dgm:pt>
    <dgm:pt modelId="{16F95E0D-D59C-4642-A284-75FD92FF87B2}" type="pres">
      <dgm:prSet presAssocID="{87229E43-DB15-426E-8346-A24EEE7FD5B0}" presName="vert1" presStyleCnt="0"/>
      <dgm:spPr/>
    </dgm:pt>
    <dgm:pt modelId="{B166B2E7-E800-4B36-BACD-0BB04F24D839}" type="pres">
      <dgm:prSet presAssocID="{BE638719-0CDE-4E7A-8BF7-C8B86A6229D0}" presName="thickLine" presStyleLbl="alignNode1" presStyleIdx="1" presStyleCnt="6"/>
      <dgm:spPr/>
    </dgm:pt>
    <dgm:pt modelId="{AA18E83E-AB13-4B2A-B381-DAC6FAABDA01}" type="pres">
      <dgm:prSet presAssocID="{BE638719-0CDE-4E7A-8BF7-C8B86A6229D0}" presName="horz1" presStyleCnt="0"/>
      <dgm:spPr/>
    </dgm:pt>
    <dgm:pt modelId="{D0590670-ACC9-41B0-BA43-5DA551456D79}" type="pres">
      <dgm:prSet presAssocID="{BE638719-0CDE-4E7A-8BF7-C8B86A6229D0}" presName="tx1" presStyleLbl="revTx" presStyleIdx="1" presStyleCnt="6"/>
      <dgm:spPr/>
    </dgm:pt>
    <dgm:pt modelId="{8019D270-E60E-4F23-934F-B6582FF9DF2B}" type="pres">
      <dgm:prSet presAssocID="{BE638719-0CDE-4E7A-8BF7-C8B86A6229D0}" presName="vert1" presStyleCnt="0"/>
      <dgm:spPr/>
    </dgm:pt>
    <dgm:pt modelId="{21626C79-6C30-4BF2-9F41-00CEC03E38E5}" type="pres">
      <dgm:prSet presAssocID="{0B313405-7856-4C6A-880B-E54565DFEBC0}" presName="thickLine" presStyleLbl="alignNode1" presStyleIdx="2" presStyleCnt="6"/>
      <dgm:spPr/>
    </dgm:pt>
    <dgm:pt modelId="{CCC1DEDD-1064-44FE-9132-284054193E60}" type="pres">
      <dgm:prSet presAssocID="{0B313405-7856-4C6A-880B-E54565DFEBC0}" presName="horz1" presStyleCnt="0"/>
      <dgm:spPr/>
    </dgm:pt>
    <dgm:pt modelId="{C8AFD1F6-71CA-41A2-9FFD-E98B2AC6AED1}" type="pres">
      <dgm:prSet presAssocID="{0B313405-7856-4C6A-880B-E54565DFEBC0}" presName="tx1" presStyleLbl="revTx" presStyleIdx="2" presStyleCnt="6"/>
      <dgm:spPr/>
    </dgm:pt>
    <dgm:pt modelId="{30EB2A41-30E3-48F6-A46E-295ACD59F8C4}" type="pres">
      <dgm:prSet presAssocID="{0B313405-7856-4C6A-880B-E54565DFEBC0}" presName="vert1" presStyleCnt="0"/>
      <dgm:spPr/>
    </dgm:pt>
    <dgm:pt modelId="{016CA46A-1098-4C97-B324-03D13F868AF5}" type="pres">
      <dgm:prSet presAssocID="{433515E2-6CEB-45C5-8D21-56B9DEA1B20F}" presName="thickLine" presStyleLbl="alignNode1" presStyleIdx="3" presStyleCnt="6"/>
      <dgm:spPr/>
    </dgm:pt>
    <dgm:pt modelId="{9E549147-8E86-4AB8-A825-E705D9849005}" type="pres">
      <dgm:prSet presAssocID="{433515E2-6CEB-45C5-8D21-56B9DEA1B20F}" presName="horz1" presStyleCnt="0"/>
      <dgm:spPr/>
    </dgm:pt>
    <dgm:pt modelId="{933BBA80-7F77-4088-BB83-92215ECC3C8B}" type="pres">
      <dgm:prSet presAssocID="{433515E2-6CEB-45C5-8D21-56B9DEA1B20F}" presName="tx1" presStyleLbl="revTx" presStyleIdx="3" presStyleCnt="6"/>
      <dgm:spPr/>
    </dgm:pt>
    <dgm:pt modelId="{03A1F2A3-0D92-45B3-9E26-E0F22304CF2F}" type="pres">
      <dgm:prSet presAssocID="{433515E2-6CEB-45C5-8D21-56B9DEA1B20F}" presName="vert1" presStyleCnt="0"/>
      <dgm:spPr/>
    </dgm:pt>
    <dgm:pt modelId="{AA0767F4-4FEC-43E8-92B2-F104F0310991}" type="pres">
      <dgm:prSet presAssocID="{FB823DC6-A849-47B8-9B8E-01EA03C0AF83}" presName="thickLine" presStyleLbl="alignNode1" presStyleIdx="4" presStyleCnt="6"/>
      <dgm:spPr/>
    </dgm:pt>
    <dgm:pt modelId="{8CDEB257-E179-472E-B9A6-B9FE05DC7AB0}" type="pres">
      <dgm:prSet presAssocID="{FB823DC6-A849-47B8-9B8E-01EA03C0AF83}" presName="horz1" presStyleCnt="0"/>
      <dgm:spPr/>
    </dgm:pt>
    <dgm:pt modelId="{87FDD4CE-9825-4CA2-8FA3-45BA6B4CC58D}" type="pres">
      <dgm:prSet presAssocID="{FB823DC6-A849-47B8-9B8E-01EA03C0AF83}" presName="tx1" presStyleLbl="revTx" presStyleIdx="4" presStyleCnt="6"/>
      <dgm:spPr/>
    </dgm:pt>
    <dgm:pt modelId="{9D7CD3AA-D1BA-439A-9A52-2F153E6A183D}" type="pres">
      <dgm:prSet presAssocID="{FB823DC6-A849-47B8-9B8E-01EA03C0AF83}" presName="vert1" presStyleCnt="0"/>
      <dgm:spPr/>
    </dgm:pt>
    <dgm:pt modelId="{871F920F-C0D6-41B4-91CE-D9E6266E1308}" type="pres">
      <dgm:prSet presAssocID="{D0808FFD-4E33-4D6B-956E-0FDBB491E54F}" presName="thickLine" presStyleLbl="alignNode1" presStyleIdx="5" presStyleCnt="6"/>
      <dgm:spPr/>
    </dgm:pt>
    <dgm:pt modelId="{BA886244-9CD3-4CA9-87E6-38CE92F57D49}" type="pres">
      <dgm:prSet presAssocID="{D0808FFD-4E33-4D6B-956E-0FDBB491E54F}" presName="horz1" presStyleCnt="0"/>
      <dgm:spPr/>
    </dgm:pt>
    <dgm:pt modelId="{8C42E2E3-D5AD-406E-986B-C360DBD017A8}" type="pres">
      <dgm:prSet presAssocID="{D0808FFD-4E33-4D6B-956E-0FDBB491E54F}" presName="tx1" presStyleLbl="revTx" presStyleIdx="5" presStyleCnt="6"/>
      <dgm:spPr/>
    </dgm:pt>
    <dgm:pt modelId="{7BC8CAE6-DEE7-428A-823C-75DD912EE67D}" type="pres">
      <dgm:prSet presAssocID="{D0808FFD-4E33-4D6B-956E-0FDBB491E54F}" presName="vert1" presStyleCnt="0"/>
      <dgm:spPr/>
    </dgm:pt>
  </dgm:ptLst>
  <dgm:cxnLst>
    <dgm:cxn modelId="{E5E75E09-8C77-4D54-942E-AB0332EF786B}" srcId="{EF8BD873-8477-4866-8362-90B53C84087D}" destId="{87229E43-DB15-426E-8346-A24EEE7FD5B0}" srcOrd="0" destOrd="0" parTransId="{69C99E95-69C7-4316-BA68-058CF62054CB}" sibTransId="{8A673D6C-1B91-4542-8842-BAE06350DD25}"/>
    <dgm:cxn modelId="{F54F300E-64EE-43A1-8D69-8BE2366446AA}" type="presOf" srcId="{0B313405-7856-4C6A-880B-E54565DFEBC0}" destId="{C8AFD1F6-71CA-41A2-9FFD-E98B2AC6AED1}" srcOrd="0" destOrd="0" presId="urn:microsoft.com/office/officeart/2008/layout/LinedList"/>
    <dgm:cxn modelId="{AB300C23-04AB-4F2D-B7CB-F30F758B8252}" srcId="{EF8BD873-8477-4866-8362-90B53C84087D}" destId="{BE638719-0CDE-4E7A-8BF7-C8B86A6229D0}" srcOrd="1" destOrd="0" parTransId="{8B9DC17C-E8FA-4CBF-95EC-028A206CA08A}" sibTransId="{C8232702-9028-48B3-ABCC-F3850EABC4E6}"/>
    <dgm:cxn modelId="{2188C123-F60E-4A4C-91B9-C46AF27EF6C7}" type="presOf" srcId="{87229E43-DB15-426E-8346-A24EEE7FD5B0}" destId="{0C62078A-61AF-4246-96EF-A5891FFC40A2}" srcOrd="0" destOrd="0" presId="urn:microsoft.com/office/officeart/2008/layout/LinedList"/>
    <dgm:cxn modelId="{E4FC073B-7ED9-48DC-A81A-59D0C69BE704}" type="presOf" srcId="{FB823DC6-A849-47B8-9B8E-01EA03C0AF83}" destId="{87FDD4CE-9825-4CA2-8FA3-45BA6B4CC58D}" srcOrd="0" destOrd="0" presId="urn:microsoft.com/office/officeart/2008/layout/LinedList"/>
    <dgm:cxn modelId="{9304CC61-A80D-4093-95CD-670E8F062916}" type="presOf" srcId="{D0808FFD-4E33-4D6B-956E-0FDBB491E54F}" destId="{8C42E2E3-D5AD-406E-986B-C360DBD017A8}" srcOrd="0" destOrd="0" presId="urn:microsoft.com/office/officeart/2008/layout/LinedList"/>
    <dgm:cxn modelId="{D5F5CD68-0035-47D2-AE79-D10D6D6D1258}" type="presOf" srcId="{433515E2-6CEB-45C5-8D21-56B9DEA1B20F}" destId="{933BBA80-7F77-4088-BB83-92215ECC3C8B}" srcOrd="0" destOrd="0" presId="urn:microsoft.com/office/officeart/2008/layout/LinedList"/>
    <dgm:cxn modelId="{0CFBE66A-251C-4E41-ACD3-EA22D9EC3EBA}" type="presOf" srcId="{BE638719-0CDE-4E7A-8BF7-C8B86A6229D0}" destId="{D0590670-ACC9-41B0-BA43-5DA551456D79}" srcOrd="0" destOrd="0" presId="urn:microsoft.com/office/officeart/2008/layout/LinedList"/>
    <dgm:cxn modelId="{FE57A99A-1E01-48A3-A7C2-2C4A4A4955A9}" srcId="{EF8BD873-8477-4866-8362-90B53C84087D}" destId="{D0808FFD-4E33-4D6B-956E-0FDBB491E54F}" srcOrd="5" destOrd="0" parTransId="{2BFEC4DC-EEBF-4063-A4DA-87F7FFF23E18}" sibTransId="{B5F8AE01-D42F-4E1B-ACBA-9978CFD806F9}"/>
    <dgm:cxn modelId="{8B5E28A2-266F-42CC-B7F6-1DB07203FE57}" srcId="{EF8BD873-8477-4866-8362-90B53C84087D}" destId="{433515E2-6CEB-45C5-8D21-56B9DEA1B20F}" srcOrd="3" destOrd="0" parTransId="{73F362C8-EC5D-42EB-85EB-9E99BC9AB754}" sibTransId="{9DCF76F5-1A1B-4F91-915A-981A9941BB6B}"/>
    <dgm:cxn modelId="{E50EA8B9-4AE9-43DE-BDE6-E91626620AC2}" srcId="{EF8BD873-8477-4866-8362-90B53C84087D}" destId="{FB823DC6-A849-47B8-9B8E-01EA03C0AF83}" srcOrd="4" destOrd="0" parTransId="{B868BE46-718C-4A7A-817F-9074233C6656}" sibTransId="{2EB879CD-C173-484F-9965-7784B40578BF}"/>
    <dgm:cxn modelId="{1413D0D6-9731-4E8D-90C6-B05FEA16DCAD}" type="presOf" srcId="{EF8BD873-8477-4866-8362-90B53C84087D}" destId="{F5F04027-FE67-4933-97D5-93799B49A7AA}" srcOrd="0" destOrd="0" presId="urn:microsoft.com/office/officeart/2008/layout/LinedList"/>
    <dgm:cxn modelId="{1E53E6F6-B5E2-4B77-86ED-A90B266A63C2}" srcId="{EF8BD873-8477-4866-8362-90B53C84087D}" destId="{0B313405-7856-4C6A-880B-E54565DFEBC0}" srcOrd="2" destOrd="0" parTransId="{DEC6C048-FD09-4ED0-A8AB-D2F18E7238AD}" sibTransId="{F22592C5-7D5A-44E9-A983-0EFBB2E1D586}"/>
    <dgm:cxn modelId="{6D2643B0-A942-4051-87CA-7E6F88094A48}" type="presParOf" srcId="{F5F04027-FE67-4933-97D5-93799B49A7AA}" destId="{7CF09910-070E-4539-B838-E263C960B95D}" srcOrd="0" destOrd="0" presId="urn:microsoft.com/office/officeart/2008/layout/LinedList"/>
    <dgm:cxn modelId="{DEF4858E-3A71-4BF4-A8D5-6B376A8FCD57}" type="presParOf" srcId="{F5F04027-FE67-4933-97D5-93799B49A7AA}" destId="{02351DA9-3799-4431-A120-73FA45AAFD87}" srcOrd="1" destOrd="0" presId="urn:microsoft.com/office/officeart/2008/layout/LinedList"/>
    <dgm:cxn modelId="{548FF346-853C-4FE1-9617-D3EC37275F41}" type="presParOf" srcId="{02351DA9-3799-4431-A120-73FA45AAFD87}" destId="{0C62078A-61AF-4246-96EF-A5891FFC40A2}" srcOrd="0" destOrd="0" presId="urn:microsoft.com/office/officeart/2008/layout/LinedList"/>
    <dgm:cxn modelId="{29AF6F31-ABAC-4E27-99ED-7FC43BCB570E}" type="presParOf" srcId="{02351DA9-3799-4431-A120-73FA45AAFD87}" destId="{16F95E0D-D59C-4642-A284-75FD92FF87B2}" srcOrd="1" destOrd="0" presId="urn:microsoft.com/office/officeart/2008/layout/LinedList"/>
    <dgm:cxn modelId="{937F1E7E-8F58-4F12-A2F0-B10FCFDB6DFF}" type="presParOf" srcId="{F5F04027-FE67-4933-97D5-93799B49A7AA}" destId="{B166B2E7-E800-4B36-BACD-0BB04F24D839}" srcOrd="2" destOrd="0" presId="urn:microsoft.com/office/officeart/2008/layout/LinedList"/>
    <dgm:cxn modelId="{018E6DBE-61B2-4A26-991D-0AEDE8DDD7B0}" type="presParOf" srcId="{F5F04027-FE67-4933-97D5-93799B49A7AA}" destId="{AA18E83E-AB13-4B2A-B381-DAC6FAABDA01}" srcOrd="3" destOrd="0" presId="urn:microsoft.com/office/officeart/2008/layout/LinedList"/>
    <dgm:cxn modelId="{C6F08C16-8898-4BB5-8EBD-EF18E45203B4}" type="presParOf" srcId="{AA18E83E-AB13-4B2A-B381-DAC6FAABDA01}" destId="{D0590670-ACC9-41B0-BA43-5DA551456D79}" srcOrd="0" destOrd="0" presId="urn:microsoft.com/office/officeart/2008/layout/LinedList"/>
    <dgm:cxn modelId="{4D9B9B14-E64E-4BE1-A79F-3E27912635C7}" type="presParOf" srcId="{AA18E83E-AB13-4B2A-B381-DAC6FAABDA01}" destId="{8019D270-E60E-4F23-934F-B6582FF9DF2B}" srcOrd="1" destOrd="0" presId="urn:microsoft.com/office/officeart/2008/layout/LinedList"/>
    <dgm:cxn modelId="{DDAAD34B-40F1-43B2-9808-7589029CF4C7}" type="presParOf" srcId="{F5F04027-FE67-4933-97D5-93799B49A7AA}" destId="{21626C79-6C30-4BF2-9F41-00CEC03E38E5}" srcOrd="4" destOrd="0" presId="urn:microsoft.com/office/officeart/2008/layout/LinedList"/>
    <dgm:cxn modelId="{938C91F2-F8E5-4DA3-9706-89589C0BAC71}" type="presParOf" srcId="{F5F04027-FE67-4933-97D5-93799B49A7AA}" destId="{CCC1DEDD-1064-44FE-9132-284054193E60}" srcOrd="5" destOrd="0" presId="urn:microsoft.com/office/officeart/2008/layout/LinedList"/>
    <dgm:cxn modelId="{5D456A8B-ACFC-47AE-9898-6DDC083E3551}" type="presParOf" srcId="{CCC1DEDD-1064-44FE-9132-284054193E60}" destId="{C8AFD1F6-71CA-41A2-9FFD-E98B2AC6AED1}" srcOrd="0" destOrd="0" presId="urn:microsoft.com/office/officeart/2008/layout/LinedList"/>
    <dgm:cxn modelId="{B5118D02-ABCF-4087-9339-6C3C761DC669}" type="presParOf" srcId="{CCC1DEDD-1064-44FE-9132-284054193E60}" destId="{30EB2A41-30E3-48F6-A46E-295ACD59F8C4}" srcOrd="1" destOrd="0" presId="urn:microsoft.com/office/officeart/2008/layout/LinedList"/>
    <dgm:cxn modelId="{2470CBAD-0374-4AC2-A446-F347709B43AA}" type="presParOf" srcId="{F5F04027-FE67-4933-97D5-93799B49A7AA}" destId="{016CA46A-1098-4C97-B324-03D13F868AF5}" srcOrd="6" destOrd="0" presId="urn:microsoft.com/office/officeart/2008/layout/LinedList"/>
    <dgm:cxn modelId="{4628A069-079F-41A7-B695-C2864DA6C400}" type="presParOf" srcId="{F5F04027-FE67-4933-97D5-93799B49A7AA}" destId="{9E549147-8E86-4AB8-A825-E705D9849005}" srcOrd="7" destOrd="0" presId="urn:microsoft.com/office/officeart/2008/layout/LinedList"/>
    <dgm:cxn modelId="{796A2121-8037-4AFF-87ED-885B323E838A}" type="presParOf" srcId="{9E549147-8E86-4AB8-A825-E705D9849005}" destId="{933BBA80-7F77-4088-BB83-92215ECC3C8B}" srcOrd="0" destOrd="0" presId="urn:microsoft.com/office/officeart/2008/layout/LinedList"/>
    <dgm:cxn modelId="{2BBC4018-DC18-4A15-9F98-2D5B88F9523C}" type="presParOf" srcId="{9E549147-8E86-4AB8-A825-E705D9849005}" destId="{03A1F2A3-0D92-45B3-9E26-E0F22304CF2F}" srcOrd="1" destOrd="0" presId="urn:microsoft.com/office/officeart/2008/layout/LinedList"/>
    <dgm:cxn modelId="{83F8B0F2-07E3-4CC0-B617-3A23D7DE0F1E}" type="presParOf" srcId="{F5F04027-FE67-4933-97D5-93799B49A7AA}" destId="{AA0767F4-4FEC-43E8-92B2-F104F0310991}" srcOrd="8" destOrd="0" presId="urn:microsoft.com/office/officeart/2008/layout/LinedList"/>
    <dgm:cxn modelId="{61C88D3D-38D2-41CF-8F16-80CB6A57537C}" type="presParOf" srcId="{F5F04027-FE67-4933-97D5-93799B49A7AA}" destId="{8CDEB257-E179-472E-B9A6-B9FE05DC7AB0}" srcOrd="9" destOrd="0" presId="urn:microsoft.com/office/officeart/2008/layout/LinedList"/>
    <dgm:cxn modelId="{FDD3BE86-A5D5-40E1-AA6A-FC233E0F5A23}" type="presParOf" srcId="{8CDEB257-E179-472E-B9A6-B9FE05DC7AB0}" destId="{87FDD4CE-9825-4CA2-8FA3-45BA6B4CC58D}" srcOrd="0" destOrd="0" presId="urn:microsoft.com/office/officeart/2008/layout/LinedList"/>
    <dgm:cxn modelId="{4DB43E61-F3DD-4178-90FC-791E098AB6EE}" type="presParOf" srcId="{8CDEB257-E179-472E-B9A6-B9FE05DC7AB0}" destId="{9D7CD3AA-D1BA-439A-9A52-2F153E6A183D}" srcOrd="1" destOrd="0" presId="urn:microsoft.com/office/officeart/2008/layout/LinedList"/>
    <dgm:cxn modelId="{A65E9AE9-27FA-4D3D-809A-1408AE301E1C}" type="presParOf" srcId="{F5F04027-FE67-4933-97D5-93799B49A7AA}" destId="{871F920F-C0D6-41B4-91CE-D9E6266E1308}" srcOrd="10" destOrd="0" presId="urn:microsoft.com/office/officeart/2008/layout/LinedList"/>
    <dgm:cxn modelId="{905F0569-5669-4354-9250-F5F24B489158}" type="presParOf" srcId="{F5F04027-FE67-4933-97D5-93799B49A7AA}" destId="{BA886244-9CD3-4CA9-87E6-38CE92F57D49}" srcOrd="11" destOrd="0" presId="urn:microsoft.com/office/officeart/2008/layout/LinedList"/>
    <dgm:cxn modelId="{7BABE7B7-16D9-4DE0-BFCD-E010D7797E3E}" type="presParOf" srcId="{BA886244-9CD3-4CA9-87E6-38CE92F57D49}" destId="{8C42E2E3-D5AD-406E-986B-C360DBD017A8}" srcOrd="0" destOrd="0" presId="urn:microsoft.com/office/officeart/2008/layout/LinedList"/>
    <dgm:cxn modelId="{EC049BA0-2C28-4189-BF39-0081C83CC4F6}" type="presParOf" srcId="{BA886244-9CD3-4CA9-87E6-38CE92F57D49}" destId="{7BC8CAE6-DEE7-428A-823C-75DD912EE67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BBBC08A-6C5B-4274-927B-29BCB7B84D0D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573E406F-00E7-47EA-AD2A-3276037EE5E8}">
      <dgm:prSet/>
      <dgm:spPr/>
      <dgm:t>
        <a:bodyPr/>
        <a:lstStyle/>
        <a:p>
          <a:r>
            <a:rPr lang="en-US"/>
            <a:t>Intent Keywords → Tool Mapping</a:t>
          </a:r>
        </a:p>
      </dgm:t>
    </dgm:pt>
    <dgm:pt modelId="{1929355C-ED8E-4150-BA0B-7D47463CDA3E}" type="parTrans" cxnId="{BB7A0714-FF42-4C92-91E4-CB85B872D826}">
      <dgm:prSet/>
      <dgm:spPr/>
      <dgm:t>
        <a:bodyPr/>
        <a:lstStyle/>
        <a:p>
          <a:endParaRPr lang="en-US"/>
        </a:p>
      </dgm:t>
    </dgm:pt>
    <dgm:pt modelId="{2967C7EC-3C16-41B7-8FF2-EAD9FA40691A}" type="sibTrans" cxnId="{BB7A0714-FF42-4C92-91E4-CB85B872D826}">
      <dgm:prSet/>
      <dgm:spPr/>
      <dgm:t>
        <a:bodyPr/>
        <a:lstStyle/>
        <a:p>
          <a:endParaRPr lang="en-US"/>
        </a:p>
      </dgm:t>
    </dgm:pt>
    <dgm:pt modelId="{07E3AF0F-93A5-448A-96A8-C4019E363162}">
      <dgm:prSet/>
      <dgm:spPr/>
      <dgm:t>
        <a:bodyPr/>
        <a:lstStyle/>
        <a:p>
          <a:r>
            <a:rPr lang="en-US"/>
            <a:t>adverse / issues / non-compliance → issue_detection</a:t>
          </a:r>
        </a:p>
      </dgm:t>
    </dgm:pt>
    <dgm:pt modelId="{51A986F2-2F09-4FBD-B819-D18007576233}" type="parTrans" cxnId="{D4E7A114-DC4F-4005-A9F5-54349CEBCB76}">
      <dgm:prSet/>
      <dgm:spPr/>
      <dgm:t>
        <a:bodyPr/>
        <a:lstStyle/>
        <a:p>
          <a:endParaRPr lang="en-US"/>
        </a:p>
      </dgm:t>
    </dgm:pt>
    <dgm:pt modelId="{663650D6-6706-4B6B-950F-BF78F07E07E6}" type="sibTrans" cxnId="{D4E7A114-DC4F-4005-A9F5-54349CEBCB76}">
      <dgm:prSet/>
      <dgm:spPr/>
      <dgm:t>
        <a:bodyPr/>
        <a:lstStyle/>
        <a:p>
          <a:endParaRPr lang="en-US"/>
        </a:p>
      </dgm:t>
    </dgm:pt>
    <dgm:pt modelId="{32D1E37E-021D-4B4F-97CB-0D79FE2E39F4}">
      <dgm:prSet/>
      <dgm:spPr/>
      <dgm:t>
        <a:bodyPr/>
        <a:lstStyle/>
        <a:p>
          <a:r>
            <a:rPr lang="en-US"/>
            <a:t>cohort / compare / difference → cohort_comparison</a:t>
          </a:r>
        </a:p>
      </dgm:t>
    </dgm:pt>
    <dgm:pt modelId="{F6ADA978-0AB0-4BA2-A313-7C1EED2DF206}" type="parTrans" cxnId="{61135744-4B00-4FB8-810D-7C1CC66035EE}">
      <dgm:prSet/>
      <dgm:spPr/>
      <dgm:t>
        <a:bodyPr/>
        <a:lstStyle/>
        <a:p>
          <a:endParaRPr lang="en-US"/>
        </a:p>
      </dgm:t>
    </dgm:pt>
    <dgm:pt modelId="{352A1906-915F-40B2-AAA5-3445E3D2EFDB}" type="sibTrans" cxnId="{61135744-4B00-4FB8-810D-7C1CC66035EE}">
      <dgm:prSet/>
      <dgm:spPr/>
      <dgm:t>
        <a:bodyPr/>
        <a:lstStyle/>
        <a:p>
          <a:endParaRPr lang="en-US"/>
        </a:p>
      </dgm:t>
    </dgm:pt>
    <dgm:pt modelId="{1E9177F9-9A55-4100-8006-EB4AB9342C69}">
      <dgm:prSet/>
      <dgm:spPr/>
      <dgm:t>
        <a:bodyPr/>
        <a:lstStyle/>
        <a:p>
          <a:r>
            <a:rPr lang="en-US"/>
            <a:t>simulate / dosage / what-if → scenario_simulation</a:t>
          </a:r>
        </a:p>
      </dgm:t>
    </dgm:pt>
    <dgm:pt modelId="{FDA63EEC-5F6A-479A-B276-11A46E0343B3}" type="parTrans" cxnId="{B47ADD63-C355-44AB-8D3D-6AF41A4EA8B8}">
      <dgm:prSet/>
      <dgm:spPr/>
      <dgm:t>
        <a:bodyPr/>
        <a:lstStyle/>
        <a:p>
          <a:endParaRPr lang="en-US"/>
        </a:p>
      </dgm:t>
    </dgm:pt>
    <dgm:pt modelId="{57B85A43-5520-4A00-9E3F-B4C20D29AB2D}" type="sibTrans" cxnId="{B47ADD63-C355-44AB-8D3D-6AF41A4EA8B8}">
      <dgm:prSet/>
      <dgm:spPr/>
      <dgm:t>
        <a:bodyPr/>
        <a:lstStyle/>
        <a:p>
          <a:endParaRPr lang="en-US"/>
        </a:p>
      </dgm:t>
    </dgm:pt>
    <dgm:pt modelId="{EBF483EF-712E-46E5-AF7B-D7C5334B007A}">
      <dgm:prSet/>
      <dgm:spPr/>
      <dgm:t>
        <a:bodyPr/>
        <a:lstStyle/>
        <a:p>
          <a:r>
            <a:rPr lang="en-US"/>
            <a:t>Everything else → genai_summary</a:t>
          </a:r>
        </a:p>
      </dgm:t>
    </dgm:pt>
    <dgm:pt modelId="{436E5A26-356A-4259-934C-337C48EDCA3C}" type="parTrans" cxnId="{B2AFF135-393E-4EAC-B7B6-688BA88708D1}">
      <dgm:prSet/>
      <dgm:spPr/>
      <dgm:t>
        <a:bodyPr/>
        <a:lstStyle/>
        <a:p>
          <a:endParaRPr lang="en-US"/>
        </a:p>
      </dgm:t>
    </dgm:pt>
    <dgm:pt modelId="{4534F42D-5B33-4A80-B90F-6F6C04520881}" type="sibTrans" cxnId="{B2AFF135-393E-4EAC-B7B6-688BA88708D1}">
      <dgm:prSet/>
      <dgm:spPr/>
      <dgm:t>
        <a:bodyPr/>
        <a:lstStyle/>
        <a:p>
          <a:endParaRPr lang="en-US"/>
        </a:p>
      </dgm:t>
    </dgm:pt>
    <dgm:pt modelId="{3373FCB3-62E1-4528-9E1F-D90B2BDBEF1C}" type="pres">
      <dgm:prSet presAssocID="{EBBBC08A-6C5B-4274-927B-29BCB7B84D0D}" presName="vert0" presStyleCnt="0">
        <dgm:presLayoutVars>
          <dgm:dir/>
          <dgm:animOne val="branch"/>
          <dgm:animLvl val="lvl"/>
        </dgm:presLayoutVars>
      </dgm:prSet>
      <dgm:spPr/>
    </dgm:pt>
    <dgm:pt modelId="{AB4762AB-A089-42C1-9450-236BFCA0CCF3}" type="pres">
      <dgm:prSet presAssocID="{573E406F-00E7-47EA-AD2A-3276037EE5E8}" presName="thickLine" presStyleLbl="alignNode1" presStyleIdx="0" presStyleCnt="5"/>
      <dgm:spPr/>
    </dgm:pt>
    <dgm:pt modelId="{B3230C28-C98E-4555-B408-E0234B3DF56E}" type="pres">
      <dgm:prSet presAssocID="{573E406F-00E7-47EA-AD2A-3276037EE5E8}" presName="horz1" presStyleCnt="0"/>
      <dgm:spPr/>
    </dgm:pt>
    <dgm:pt modelId="{E347875E-5F6A-4F64-93ED-3EE11DC582E1}" type="pres">
      <dgm:prSet presAssocID="{573E406F-00E7-47EA-AD2A-3276037EE5E8}" presName="tx1" presStyleLbl="revTx" presStyleIdx="0" presStyleCnt="5"/>
      <dgm:spPr/>
    </dgm:pt>
    <dgm:pt modelId="{66D5C9A0-80CD-4B15-BBCB-3BB8720931FF}" type="pres">
      <dgm:prSet presAssocID="{573E406F-00E7-47EA-AD2A-3276037EE5E8}" presName="vert1" presStyleCnt="0"/>
      <dgm:spPr/>
    </dgm:pt>
    <dgm:pt modelId="{7A594585-E77F-46C6-BD52-4EA2E402610D}" type="pres">
      <dgm:prSet presAssocID="{07E3AF0F-93A5-448A-96A8-C4019E363162}" presName="thickLine" presStyleLbl="alignNode1" presStyleIdx="1" presStyleCnt="5"/>
      <dgm:spPr/>
    </dgm:pt>
    <dgm:pt modelId="{FDFC5AEB-BA2D-4A4D-AF6A-DF34AB267824}" type="pres">
      <dgm:prSet presAssocID="{07E3AF0F-93A5-448A-96A8-C4019E363162}" presName="horz1" presStyleCnt="0"/>
      <dgm:spPr/>
    </dgm:pt>
    <dgm:pt modelId="{E031DE93-71E0-4C7F-8B04-73FEE6E09340}" type="pres">
      <dgm:prSet presAssocID="{07E3AF0F-93A5-448A-96A8-C4019E363162}" presName="tx1" presStyleLbl="revTx" presStyleIdx="1" presStyleCnt="5"/>
      <dgm:spPr/>
    </dgm:pt>
    <dgm:pt modelId="{502849DD-B61C-4547-AD08-F50B12AE283D}" type="pres">
      <dgm:prSet presAssocID="{07E3AF0F-93A5-448A-96A8-C4019E363162}" presName="vert1" presStyleCnt="0"/>
      <dgm:spPr/>
    </dgm:pt>
    <dgm:pt modelId="{C3A73C94-E10F-4A74-8137-0091C5AA620E}" type="pres">
      <dgm:prSet presAssocID="{32D1E37E-021D-4B4F-97CB-0D79FE2E39F4}" presName="thickLine" presStyleLbl="alignNode1" presStyleIdx="2" presStyleCnt="5"/>
      <dgm:spPr/>
    </dgm:pt>
    <dgm:pt modelId="{F8AC55AD-B603-43B6-8354-B3EF8FAF9B57}" type="pres">
      <dgm:prSet presAssocID="{32D1E37E-021D-4B4F-97CB-0D79FE2E39F4}" presName="horz1" presStyleCnt="0"/>
      <dgm:spPr/>
    </dgm:pt>
    <dgm:pt modelId="{F8DFB432-9397-4D0F-9737-47B499B473A9}" type="pres">
      <dgm:prSet presAssocID="{32D1E37E-021D-4B4F-97CB-0D79FE2E39F4}" presName="tx1" presStyleLbl="revTx" presStyleIdx="2" presStyleCnt="5"/>
      <dgm:spPr/>
    </dgm:pt>
    <dgm:pt modelId="{AD432963-26AC-4EEC-B4B9-B457C7139C20}" type="pres">
      <dgm:prSet presAssocID="{32D1E37E-021D-4B4F-97CB-0D79FE2E39F4}" presName="vert1" presStyleCnt="0"/>
      <dgm:spPr/>
    </dgm:pt>
    <dgm:pt modelId="{C0BA7F78-0564-4BBD-9CF9-11B40F1545AF}" type="pres">
      <dgm:prSet presAssocID="{1E9177F9-9A55-4100-8006-EB4AB9342C69}" presName="thickLine" presStyleLbl="alignNode1" presStyleIdx="3" presStyleCnt="5"/>
      <dgm:spPr/>
    </dgm:pt>
    <dgm:pt modelId="{EA9D4EC3-E828-4DE0-B217-96B0E51088E5}" type="pres">
      <dgm:prSet presAssocID="{1E9177F9-9A55-4100-8006-EB4AB9342C69}" presName="horz1" presStyleCnt="0"/>
      <dgm:spPr/>
    </dgm:pt>
    <dgm:pt modelId="{6288E8E5-A10E-4B46-B229-42914538F020}" type="pres">
      <dgm:prSet presAssocID="{1E9177F9-9A55-4100-8006-EB4AB9342C69}" presName="tx1" presStyleLbl="revTx" presStyleIdx="3" presStyleCnt="5"/>
      <dgm:spPr/>
    </dgm:pt>
    <dgm:pt modelId="{36C56477-C5B6-49C8-9D76-2FA60C58DACF}" type="pres">
      <dgm:prSet presAssocID="{1E9177F9-9A55-4100-8006-EB4AB9342C69}" presName="vert1" presStyleCnt="0"/>
      <dgm:spPr/>
    </dgm:pt>
    <dgm:pt modelId="{96D69AB6-0020-4DFA-8633-B74EBBD53658}" type="pres">
      <dgm:prSet presAssocID="{EBF483EF-712E-46E5-AF7B-D7C5334B007A}" presName="thickLine" presStyleLbl="alignNode1" presStyleIdx="4" presStyleCnt="5"/>
      <dgm:spPr/>
    </dgm:pt>
    <dgm:pt modelId="{9F89A152-77A7-4DAD-9057-4983B8A00BA9}" type="pres">
      <dgm:prSet presAssocID="{EBF483EF-712E-46E5-AF7B-D7C5334B007A}" presName="horz1" presStyleCnt="0"/>
      <dgm:spPr/>
    </dgm:pt>
    <dgm:pt modelId="{E6D6315A-8DA1-4D37-8513-E37F95173CFF}" type="pres">
      <dgm:prSet presAssocID="{EBF483EF-712E-46E5-AF7B-D7C5334B007A}" presName="tx1" presStyleLbl="revTx" presStyleIdx="4" presStyleCnt="5"/>
      <dgm:spPr/>
    </dgm:pt>
    <dgm:pt modelId="{59317A14-BD8D-4D4A-AAF2-A54DE4165961}" type="pres">
      <dgm:prSet presAssocID="{EBF483EF-712E-46E5-AF7B-D7C5334B007A}" presName="vert1" presStyleCnt="0"/>
      <dgm:spPr/>
    </dgm:pt>
  </dgm:ptLst>
  <dgm:cxnLst>
    <dgm:cxn modelId="{BB7A0714-FF42-4C92-91E4-CB85B872D826}" srcId="{EBBBC08A-6C5B-4274-927B-29BCB7B84D0D}" destId="{573E406F-00E7-47EA-AD2A-3276037EE5E8}" srcOrd="0" destOrd="0" parTransId="{1929355C-ED8E-4150-BA0B-7D47463CDA3E}" sibTransId="{2967C7EC-3C16-41B7-8FF2-EAD9FA40691A}"/>
    <dgm:cxn modelId="{D4E7A114-DC4F-4005-A9F5-54349CEBCB76}" srcId="{EBBBC08A-6C5B-4274-927B-29BCB7B84D0D}" destId="{07E3AF0F-93A5-448A-96A8-C4019E363162}" srcOrd="1" destOrd="0" parTransId="{51A986F2-2F09-4FBD-B819-D18007576233}" sibTransId="{663650D6-6706-4B6B-950F-BF78F07E07E6}"/>
    <dgm:cxn modelId="{B2AFF135-393E-4EAC-B7B6-688BA88708D1}" srcId="{EBBBC08A-6C5B-4274-927B-29BCB7B84D0D}" destId="{EBF483EF-712E-46E5-AF7B-D7C5334B007A}" srcOrd="4" destOrd="0" parTransId="{436E5A26-356A-4259-934C-337C48EDCA3C}" sibTransId="{4534F42D-5B33-4A80-B90F-6F6C04520881}"/>
    <dgm:cxn modelId="{B47ADD63-C355-44AB-8D3D-6AF41A4EA8B8}" srcId="{EBBBC08A-6C5B-4274-927B-29BCB7B84D0D}" destId="{1E9177F9-9A55-4100-8006-EB4AB9342C69}" srcOrd="3" destOrd="0" parTransId="{FDA63EEC-5F6A-479A-B276-11A46E0343B3}" sibTransId="{57B85A43-5520-4A00-9E3F-B4C20D29AB2D}"/>
    <dgm:cxn modelId="{61135744-4B00-4FB8-810D-7C1CC66035EE}" srcId="{EBBBC08A-6C5B-4274-927B-29BCB7B84D0D}" destId="{32D1E37E-021D-4B4F-97CB-0D79FE2E39F4}" srcOrd="2" destOrd="0" parTransId="{F6ADA978-0AB0-4BA2-A313-7C1EED2DF206}" sibTransId="{352A1906-915F-40B2-AAA5-3445E3D2EFDB}"/>
    <dgm:cxn modelId="{8E8B9155-3A2C-4BCB-8673-203638CFA0EC}" type="presOf" srcId="{EBF483EF-712E-46E5-AF7B-D7C5334B007A}" destId="{E6D6315A-8DA1-4D37-8513-E37F95173CFF}" srcOrd="0" destOrd="0" presId="urn:microsoft.com/office/officeart/2008/layout/LinedList"/>
    <dgm:cxn modelId="{BA7F7780-8154-4ACC-AA2E-CE10492471BE}" type="presOf" srcId="{32D1E37E-021D-4B4F-97CB-0D79FE2E39F4}" destId="{F8DFB432-9397-4D0F-9737-47B499B473A9}" srcOrd="0" destOrd="0" presId="urn:microsoft.com/office/officeart/2008/layout/LinedList"/>
    <dgm:cxn modelId="{C7F478B2-C6C4-4CF7-AB58-D0BCD47C2584}" type="presOf" srcId="{EBBBC08A-6C5B-4274-927B-29BCB7B84D0D}" destId="{3373FCB3-62E1-4528-9E1F-D90B2BDBEF1C}" srcOrd="0" destOrd="0" presId="urn:microsoft.com/office/officeart/2008/layout/LinedList"/>
    <dgm:cxn modelId="{039975C5-8234-42B4-BC5C-945615FE2943}" type="presOf" srcId="{573E406F-00E7-47EA-AD2A-3276037EE5E8}" destId="{E347875E-5F6A-4F64-93ED-3EE11DC582E1}" srcOrd="0" destOrd="0" presId="urn:microsoft.com/office/officeart/2008/layout/LinedList"/>
    <dgm:cxn modelId="{F8D7F4F1-FFB3-47C6-B873-19FAE75218C6}" type="presOf" srcId="{1E9177F9-9A55-4100-8006-EB4AB9342C69}" destId="{6288E8E5-A10E-4B46-B229-42914538F020}" srcOrd="0" destOrd="0" presId="urn:microsoft.com/office/officeart/2008/layout/LinedList"/>
    <dgm:cxn modelId="{993E2EF6-E03C-4DEA-BD66-D02A1E1A4EBA}" type="presOf" srcId="{07E3AF0F-93A5-448A-96A8-C4019E363162}" destId="{E031DE93-71E0-4C7F-8B04-73FEE6E09340}" srcOrd="0" destOrd="0" presId="urn:microsoft.com/office/officeart/2008/layout/LinedList"/>
    <dgm:cxn modelId="{7D58C5A8-5C58-4D7C-B73E-A0FF620C7B9A}" type="presParOf" srcId="{3373FCB3-62E1-4528-9E1F-D90B2BDBEF1C}" destId="{AB4762AB-A089-42C1-9450-236BFCA0CCF3}" srcOrd="0" destOrd="0" presId="urn:microsoft.com/office/officeart/2008/layout/LinedList"/>
    <dgm:cxn modelId="{CF700FC4-E228-4811-9225-7E283A037A78}" type="presParOf" srcId="{3373FCB3-62E1-4528-9E1F-D90B2BDBEF1C}" destId="{B3230C28-C98E-4555-B408-E0234B3DF56E}" srcOrd="1" destOrd="0" presId="urn:microsoft.com/office/officeart/2008/layout/LinedList"/>
    <dgm:cxn modelId="{A1132E35-1E52-467D-AB61-21089683DAF9}" type="presParOf" srcId="{B3230C28-C98E-4555-B408-E0234B3DF56E}" destId="{E347875E-5F6A-4F64-93ED-3EE11DC582E1}" srcOrd="0" destOrd="0" presId="urn:microsoft.com/office/officeart/2008/layout/LinedList"/>
    <dgm:cxn modelId="{6BABC6D8-A7F9-46A2-B29B-69D4B1DDAC25}" type="presParOf" srcId="{B3230C28-C98E-4555-B408-E0234B3DF56E}" destId="{66D5C9A0-80CD-4B15-BBCB-3BB8720931FF}" srcOrd="1" destOrd="0" presId="urn:microsoft.com/office/officeart/2008/layout/LinedList"/>
    <dgm:cxn modelId="{A43A29A2-DA35-41FA-BA4E-E25D8B8D28B8}" type="presParOf" srcId="{3373FCB3-62E1-4528-9E1F-D90B2BDBEF1C}" destId="{7A594585-E77F-46C6-BD52-4EA2E402610D}" srcOrd="2" destOrd="0" presId="urn:microsoft.com/office/officeart/2008/layout/LinedList"/>
    <dgm:cxn modelId="{A08A77FD-8141-4EE7-B01D-FAEE23E9C0A4}" type="presParOf" srcId="{3373FCB3-62E1-4528-9E1F-D90B2BDBEF1C}" destId="{FDFC5AEB-BA2D-4A4D-AF6A-DF34AB267824}" srcOrd="3" destOrd="0" presId="urn:microsoft.com/office/officeart/2008/layout/LinedList"/>
    <dgm:cxn modelId="{91CF9318-6E18-4D25-95B2-413735EC0397}" type="presParOf" srcId="{FDFC5AEB-BA2D-4A4D-AF6A-DF34AB267824}" destId="{E031DE93-71E0-4C7F-8B04-73FEE6E09340}" srcOrd="0" destOrd="0" presId="urn:microsoft.com/office/officeart/2008/layout/LinedList"/>
    <dgm:cxn modelId="{11DA6FDE-7C6C-4A13-BCF5-EE8DA1F3CD42}" type="presParOf" srcId="{FDFC5AEB-BA2D-4A4D-AF6A-DF34AB267824}" destId="{502849DD-B61C-4547-AD08-F50B12AE283D}" srcOrd="1" destOrd="0" presId="urn:microsoft.com/office/officeart/2008/layout/LinedList"/>
    <dgm:cxn modelId="{9F2015C0-AFAC-4FC2-91A1-876C46ED9BF9}" type="presParOf" srcId="{3373FCB3-62E1-4528-9E1F-D90B2BDBEF1C}" destId="{C3A73C94-E10F-4A74-8137-0091C5AA620E}" srcOrd="4" destOrd="0" presId="urn:microsoft.com/office/officeart/2008/layout/LinedList"/>
    <dgm:cxn modelId="{DB38747B-7C3C-474D-80DC-3E1200368133}" type="presParOf" srcId="{3373FCB3-62E1-4528-9E1F-D90B2BDBEF1C}" destId="{F8AC55AD-B603-43B6-8354-B3EF8FAF9B57}" srcOrd="5" destOrd="0" presId="urn:microsoft.com/office/officeart/2008/layout/LinedList"/>
    <dgm:cxn modelId="{757B73BA-BF5A-4D22-AD34-532A672AD375}" type="presParOf" srcId="{F8AC55AD-B603-43B6-8354-B3EF8FAF9B57}" destId="{F8DFB432-9397-4D0F-9737-47B499B473A9}" srcOrd="0" destOrd="0" presId="urn:microsoft.com/office/officeart/2008/layout/LinedList"/>
    <dgm:cxn modelId="{3664A09E-E2EC-4204-B7B1-66BA3A2A04E4}" type="presParOf" srcId="{F8AC55AD-B603-43B6-8354-B3EF8FAF9B57}" destId="{AD432963-26AC-4EEC-B4B9-B457C7139C20}" srcOrd="1" destOrd="0" presId="urn:microsoft.com/office/officeart/2008/layout/LinedList"/>
    <dgm:cxn modelId="{C25D1E51-DEED-4BF6-BC2A-A0235EF2A662}" type="presParOf" srcId="{3373FCB3-62E1-4528-9E1F-D90B2BDBEF1C}" destId="{C0BA7F78-0564-4BBD-9CF9-11B40F1545AF}" srcOrd="6" destOrd="0" presId="urn:microsoft.com/office/officeart/2008/layout/LinedList"/>
    <dgm:cxn modelId="{D2DCE3F4-F78E-45EE-929F-F71209251907}" type="presParOf" srcId="{3373FCB3-62E1-4528-9E1F-D90B2BDBEF1C}" destId="{EA9D4EC3-E828-4DE0-B217-96B0E51088E5}" srcOrd="7" destOrd="0" presId="urn:microsoft.com/office/officeart/2008/layout/LinedList"/>
    <dgm:cxn modelId="{C4A7786C-00C0-4B23-ACE8-872DA8580C55}" type="presParOf" srcId="{EA9D4EC3-E828-4DE0-B217-96B0E51088E5}" destId="{6288E8E5-A10E-4B46-B229-42914538F020}" srcOrd="0" destOrd="0" presId="urn:microsoft.com/office/officeart/2008/layout/LinedList"/>
    <dgm:cxn modelId="{450EFF76-AB82-4181-A32D-181F1CC900EA}" type="presParOf" srcId="{EA9D4EC3-E828-4DE0-B217-96B0E51088E5}" destId="{36C56477-C5B6-49C8-9D76-2FA60C58DACF}" srcOrd="1" destOrd="0" presId="urn:microsoft.com/office/officeart/2008/layout/LinedList"/>
    <dgm:cxn modelId="{A366C5E7-0BD9-4A08-BDFF-BCA63572CD5D}" type="presParOf" srcId="{3373FCB3-62E1-4528-9E1F-D90B2BDBEF1C}" destId="{96D69AB6-0020-4DFA-8633-B74EBBD53658}" srcOrd="8" destOrd="0" presId="urn:microsoft.com/office/officeart/2008/layout/LinedList"/>
    <dgm:cxn modelId="{EF129DA4-A43F-48A4-878D-486A4BCB94B1}" type="presParOf" srcId="{3373FCB3-62E1-4528-9E1F-D90B2BDBEF1C}" destId="{9F89A152-77A7-4DAD-9057-4983B8A00BA9}" srcOrd="9" destOrd="0" presId="urn:microsoft.com/office/officeart/2008/layout/LinedList"/>
    <dgm:cxn modelId="{9AFAD710-440D-4C8B-9A4E-840700789A88}" type="presParOf" srcId="{9F89A152-77A7-4DAD-9057-4983B8A00BA9}" destId="{E6D6315A-8DA1-4D37-8513-E37F95173CFF}" srcOrd="0" destOrd="0" presId="urn:microsoft.com/office/officeart/2008/layout/LinedList"/>
    <dgm:cxn modelId="{0331214A-53C6-4BF2-B024-7B80A2F93EB0}" type="presParOf" srcId="{9F89A152-77A7-4DAD-9057-4983B8A00BA9}" destId="{59317A14-BD8D-4D4A-AAF2-A54DE416596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64A744-9DC2-4EA0-B020-BE63E6C1BDE2}">
      <dsp:nvSpPr>
        <dsp:cNvPr id="0" name=""/>
        <dsp:cNvSpPr/>
      </dsp:nvSpPr>
      <dsp:spPr>
        <a:xfrm>
          <a:off x="0" y="244039"/>
          <a:ext cx="5000124" cy="24195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LangGraph · OpenAI · Databricks</a:t>
          </a:r>
        </a:p>
      </dsp:txBody>
      <dsp:txXfrm>
        <a:off x="118113" y="362152"/>
        <a:ext cx="4763898" cy="2183334"/>
      </dsp:txXfrm>
    </dsp:sp>
    <dsp:sp modelId="{2FB3C535-60B9-47B3-A431-EC6CDBBE5792}">
      <dsp:nvSpPr>
        <dsp:cNvPr id="0" name=""/>
        <dsp:cNvSpPr/>
      </dsp:nvSpPr>
      <dsp:spPr>
        <a:xfrm>
          <a:off x="0" y="2790319"/>
          <a:ext cx="5000124" cy="241956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A GenAI-powered assistant for clinical insight generation.</a:t>
          </a:r>
        </a:p>
      </dsp:txBody>
      <dsp:txXfrm>
        <a:off x="118113" y="2908432"/>
        <a:ext cx="4763898" cy="21833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F43025-1127-43C5-B9B1-19DBD79CA75C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5299855-B41B-490E-A5B7-8380B5272EB4}">
      <dsp:nvSpPr>
        <dsp:cNvPr id="0" name=""/>
        <dsp:cNvSpPr/>
      </dsp:nvSpPr>
      <dsp:spPr>
        <a:xfrm>
          <a:off x="0" y="2663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Automated doctor feedback summarization</a:t>
          </a:r>
        </a:p>
      </dsp:txBody>
      <dsp:txXfrm>
        <a:off x="0" y="2663"/>
        <a:ext cx="5000124" cy="908098"/>
      </dsp:txXfrm>
    </dsp:sp>
    <dsp:sp modelId="{77F60842-DD46-4218-84AA-853D93981A9A}">
      <dsp:nvSpPr>
        <dsp:cNvPr id="0" name=""/>
        <dsp:cNvSpPr/>
      </dsp:nvSpPr>
      <dsp:spPr>
        <a:xfrm>
          <a:off x="0" y="910762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836A41C-868C-42C2-8000-070957A56D66}">
      <dsp:nvSpPr>
        <dsp:cNvPr id="0" name=""/>
        <dsp:cNvSpPr/>
      </dsp:nvSpPr>
      <dsp:spPr>
        <a:xfrm>
          <a:off x="0" y="910762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Cohort-level analysis</a:t>
          </a:r>
        </a:p>
      </dsp:txBody>
      <dsp:txXfrm>
        <a:off x="0" y="910762"/>
        <a:ext cx="5000124" cy="908098"/>
      </dsp:txXfrm>
    </dsp:sp>
    <dsp:sp modelId="{4596BC30-3AED-4675-85C3-16EC39AAFDE8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5C0CAF0-D7FF-47AA-8C49-33CED04A6F9E}">
      <dsp:nvSpPr>
        <dsp:cNvPr id="0" name=""/>
        <dsp:cNvSpPr/>
      </dsp:nvSpPr>
      <dsp:spPr>
        <a:xfrm>
          <a:off x="0" y="1818861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Issue + non-compliance detection</a:t>
          </a:r>
        </a:p>
      </dsp:txBody>
      <dsp:txXfrm>
        <a:off x="0" y="1818861"/>
        <a:ext cx="5000124" cy="908098"/>
      </dsp:txXfrm>
    </dsp:sp>
    <dsp:sp modelId="{8279B9CC-FCB3-4D49-9C3F-7E72C36677A1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AA7D1F5-A180-45F9-A60B-BDFFB59A1238}">
      <dsp:nvSpPr>
        <dsp:cNvPr id="0" name=""/>
        <dsp:cNvSpPr/>
      </dsp:nvSpPr>
      <dsp:spPr>
        <a:xfrm>
          <a:off x="0" y="2726960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Dosage what-if simulation</a:t>
          </a:r>
        </a:p>
      </dsp:txBody>
      <dsp:txXfrm>
        <a:off x="0" y="2726960"/>
        <a:ext cx="5000124" cy="908098"/>
      </dsp:txXfrm>
    </dsp:sp>
    <dsp:sp modelId="{2A7E7354-2060-4903-8FD0-07B92E1ABB45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FA7E7E7-D936-46A3-9C15-74D4621B46BE}">
      <dsp:nvSpPr>
        <dsp:cNvPr id="0" name=""/>
        <dsp:cNvSpPr/>
      </dsp:nvSpPr>
      <dsp:spPr>
        <a:xfrm>
          <a:off x="0" y="3635058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Agentic reasoning via LangGraph</a:t>
          </a:r>
        </a:p>
      </dsp:txBody>
      <dsp:txXfrm>
        <a:off x="0" y="3635058"/>
        <a:ext cx="5000124" cy="908098"/>
      </dsp:txXfrm>
    </dsp:sp>
    <dsp:sp modelId="{A9130288-318C-476D-9C2D-0F6929ACF9EC}">
      <dsp:nvSpPr>
        <dsp:cNvPr id="0" name=""/>
        <dsp:cNvSpPr/>
      </dsp:nvSpPr>
      <dsp:spPr>
        <a:xfrm>
          <a:off x="0" y="4543157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ED029B3-8C43-4357-A07B-CB10C7D3F774}">
      <dsp:nvSpPr>
        <dsp:cNvPr id="0" name=""/>
        <dsp:cNvSpPr/>
      </dsp:nvSpPr>
      <dsp:spPr>
        <a:xfrm>
          <a:off x="0" y="4543157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Real-time visual agent flow</a:t>
          </a:r>
        </a:p>
      </dsp:txBody>
      <dsp:txXfrm>
        <a:off x="0" y="4543157"/>
        <a:ext cx="5000124" cy="9080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36FB1E-8A5B-49CA-A339-EE671E4B0215}">
      <dsp:nvSpPr>
        <dsp:cNvPr id="0" name=""/>
        <dsp:cNvSpPr/>
      </dsp:nvSpPr>
      <dsp:spPr>
        <a:xfrm>
          <a:off x="0" y="665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05B7EBE-A2FE-4D3E-A74C-3CF0FB12DCB6}">
      <dsp:nvSpPr>
        <dsp:cNvPr id="0" name=""/>
        <dsp:cNvSpPr/>
      </dsp:nvSpPr>
      <dsp:spPr>
        <a:xfrm>
          <a:off x="0" y="665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- LangGraph agent framework</a:t>
          </a:r>
        </a:p>
      </dsp:txBody>
      <dsp:txXfrm>
        <a:off x="0" y="665"/>
        <a:ext cx="5000124" cy="1090517"/>
      </dsp:txXfrm>
    </dsp:sp>
    <dsp:sp modelId="{76634CD2-4C64-4DFB-AE98-10880EA5D236}">
      <dsp:nvSpPr>
        <dsp:cNvPr id="0" name=""/>
        <dsp:cNvSpPr/>
      </dsp:nvSpPr>
      <dsp:spPr>
        <a:xfrm>
          <a:off x="0" y="1091183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85B6D92-8CB8-4139-9C72-90496C469DA1}">
      <dsp:nvSpPr>
        <dsp:cNvPr id="0" name=""/>
        <dsp:cNvSpPr/>
      </dsp:nvSpPr>
      <dsp:spPr>
        <a:xfrm>
          <a:off x="0" y="1091183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- Four specialized AI tools</a:t>
          </a:r>
        </a:p>
      </dsp:txBody>
      <dsp:txXfrm>
        <a:off x="0" y="1091183"/>
        <a:ext cx="5000124" cy="1090517"/>
      </dsp:txXfrm>
    </dsp:sp>
    <dsp:sp modelId="{1838A552-0633-4F7D-B5FD-E048E9197D65}">
      <dsp:nvSpPr>
        <dsp:cNvPr id="0" name=""/>
        <dsp:cNvSpPr/>
      </dsp:nvSpPr>
      <dsp:spPr>
        <a:xfrm>
          <a:off x="0" y="2181701"/>
          <a:ext cx="5000124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FFCD6A8-D62E-4CA3-B47F-2E0847675465}">
      <dsp:nvSpPr>
        <dsp:cNvPr id="0" name=""/>
        <dsp:cNvSpPr/>
      </dsp:nvSpPr>
      <dsp:spPr>
        <a:xfrm>
          <a:off x="0" y="2181701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- Memory checkpointing</a:t>
          </a:r>
        </a:p>
      </dsp:txBody>
      <dsp:txXfrm>
        <a:off x="0" y="2181701"/>
        <a:ext cx="5000124" cy="1090517"/>
      </dsp:txXfrm>
    </dsp:sp>
    <dsp:sp modelId="{93437EF9-A9B7-44F8-94CF-28D301659308}">
      <dsp:nvSpPr>
        <dsp:cNvPr id="0" name=""/>
        <dsp:cNvSpPr/>
      </dsp:nvSpPr>
      <dsp:spPr>
        <a:xfrm>
          <a:off x="0" y="3272218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B16228B-4192-4A53-8AE4-5305CF1E010A}">
      <dsp:nvSpPr>
        <dsp:cNvPr id="0" name=""/>
        <dsp:cNvSpPr/>
      </dsp:nvSpPr>
      <dsp:spPr>
        <a:xfrm>
          <a:off x="0" y="3272218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- OpenAI LLMs</a:t>
          </a:r>
        </a:p>
      </dsp:txBody>
      <dsp:txXfrm>
        <a:off x="0" y="3272218"/>
        <a:ext cx="5000124" cy="1090517"/>
      </dsp:txXfrm>
    </dsp:sp>
    <dsp:sp modelId="{4274FBAE-7778-4DA4-884C-91FB0C468C5B}">
      <dsp:nvSpPr>
        <dsp:cNvPr id="0" name=""/>
        <dsp:cNvSpPr/>
      </dsp:nvSpPr>
      <dsp:spPr>
        <a:xfrm>
          <a:off x="0" y="4362736"/>
          <a:ext cx="5000124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B11F78-B71F-4B99-A1AB-C09343BCB72A}">
      <dsp:nvSpPr>
        <dsp:cNvPr id="0" name=""/>
        <dsp:cNvSpPr/>
      </dsp:nvSpPr>
      <dsp:spPr>
        <a:xfrm>
          <a:off x="0" y="4362736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- Databricks Community Edition</a:t>
          </a:r>
        </a:p>
      </dsp:txBody>
      <dsp:txXfrm>
        <a:off x="0" y="4362736"/>
        <a:ext cx="5000124" cy="109051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F09910-070E-4539-B838-E263C960B95D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C62078A-61AF-4246-96EF-A5891FFC40A2}">
      <dsp:nvSpPr>
        <dsp:cNvPr id="0" name=""/>
        <dsp:cNvSpPr/>
      </dsp:nvSpPr>
      <dsp:spPr>
        <a:xfrm>
          <a:off x="0" y="2663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1. Query parsed into tokens</a:t>
          </a:r>
        </a:p>
      </dsp:txBody>
      <dsp:txXfrm>
        <a:off x="0" y="2663"/>
        <a:ext cx="5000124" cy="908098"/>
      </dsp:txXfrm>
    </dsp:sp>
    <dsp:sp modelId="{B166B2E7-E800-4B36-BACD-0BB04F24D839}">
      <dsp:nvSpPr>
        <dsp:cNvPr id="0" name=""/>
        <dsp:cNvSpPr/>
      </dsp:nvSpPr>
      <dsp:spPr>
        <a:xfrm>
          <a:off x="0" y="910762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0590670-ACC9-41B0-BA43-5DA551456D79}">
      <dsp:nvSpPr>
        <dsp:cNvPr id="0" name=""/>
        <dsp:cNvSpPr/>
      </dsp:nvSpPr>
      <dsp:spPr>
        <a:xfrm>
          <a:off x="0" y="910762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2. Intent extracted</a:t>
          </a:r>
        </a:p>
      </dsp:txBody>
      <dsp:txXfrm>
        <a:off x="0" y="910762"/>
        <a:ext cx="5000124" cy="908098"/>
      </dsp:txXfrm>
    </dsp:sp>
    <dsp:sp modelId="{21626C79-6C30-4BF2-9F41-00CEC03E38E5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AFD1F6-71CA-41A2-9FFD-E98B2AC6AED1}">
      <dsp:nvSpPr>
        <dsp:cNvPr id="0" name=""/>
        <dsp:cNvSpPr/>
      </dsp:nvSpPr>
      <dsp:spPr>
        <a:xfrm>
          <a:off x="0" y="1818861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3. Routing to appropriate tool</a:t>
          </a:r>
        </a:p>
      </dsp:txBody>
      <dsp:txXfrm>
        <a:off x="0" y="1818861"/>
        <a:ext cx="5000124" cy="908098"/>
      </dsp:txXfrm>
    </dsp:sp>
    <dsp:sp modelId="{016CA46A-1098-4C97-B324-03D13F868AF5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33BBA80-7F77-4088-BB83-92215ECC3C8B}">
      <dsp:nvSpPr>
        <dsp:cNvPr id="0" name=""/>
        <dsp:cNvSpPr/>
      </dsp:nvSpPr>
      <dsp:spPr>
        <a:xfrm>
          <a:off x="0" y="2726960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4. Tool performs analysis</a:t>
          </a:r>
        </a:p>
      </dsp:txBody>
      <dsp:txXfrm>
        <a:off x="0" y="2726960"/>
        <a:ext cx="5000124" cy="908098"/>
      </dsp:txXfrm>
    </dsp:sp>
    <dsp:sp modelId="{AA0767F4-4FEC-43E8-92B2-F104F0310991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7FDD4CE-9825-4CA2-8FA3-45BA6B4CC58D}">
      <dsp:nvSpPr>
        <dsp:cNvPr id="0" name=""/>
        <dsp:cNvSpPr/>
      </dsp:nvSpPr>
      <dsp:spPr>
        <a:xfrm>
          <a:off x="0" y="3635058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5. Output aggregated</a:t>
          </a:r>
        </a:p>
      </dsp:txBody>
      <dsp:txXfrm>
        <a:off x="0" y="3635058"/>
        <a:ext cx="5000124" cy="908098"/>
      </dsp:txXfrm>
    </dsp:sp>
    <dsp:sp modelId="{871F920F-C0D6-41B4-91CE-D9E6266E1308}">
      <dsp:nvSpPr>
        <dsp:cNvPr id="0" name=""/>
        <dsp:cNvSpPr/>
      </dsp:nvSpPr>
      <dsp:spPr>
        <a:xfrm>
          <a:off x="0" y="4543157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C42E2E3-D5AD-406E-986B-C360DBD017A8}">
      <dsp:nvSpPr>
        <dsp:cNvPr id="0" name=""/>
        <dsp:cNvSpPr/>
      </dsp:nvSpPr>
      <dsp:spPr>
        <a:xfrm>
          <a:off x="0" y="4543157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6. Visual flow displayed</a:t>
          </a:r>
        </a:p>
      </dsp:txBody>
      <dsp:txXfrm>
        <a:off x="0" y="4543157"/>
        <a:ext cx="5000124" cy="90809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4762AB-A089-42C1-9450-236BFCA0CCF3}">
      <dsp:nvSpPr>
        <dsp:cNvPr id="0" name=""/>
        <dsp:cNvSpPr/>
      </dsp:nvSpPr>
      <dsp:spPr>
        <a:xfrm>
          <a:off x="0" y="665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347875E-5F6A-4F64-93ED-3EE11DC582E1}">
      <dsp:nvSpPr>
        <dsp:cNvPr id="0" name=""/>
        <dsp:cNvSpPr/>
      </dsp:nvSpPr>
      <dsp:spPr>
        <a:xfrm>
          <a:off x="0" y="665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Intent Keywords → Tool Mapping</a:t>
          </a:r>
        </a:p>
      </dsp:txBody>
      <dsp:txXfrm>
        <a:off x="0" y="665"/>
        <a:ext cx="5000124" cy="1090517"/>
      </dsp:txXfrm>
    </dsp:sp>
    <dsp:sp modelId="{7A594585-E77F-46C6-BD52-4EA2E402610D}">
      <dsp:nvSpPr>
        <dsp:cNvPr id="0" name=""/>
        <dsp:cNvSpPr/>
      </dsp:nvSpPr>
      <dsp:spPr>
        <a:xfrm>
          <a:off x="0" y="1091183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031DE93-71E0-4C7F-8B04-73FEE6E09340}">
      <dsp:nvSpPr>
        <dsp:cNvPr id="0" name=""/>
        <dsp:cNvSpPr/>
      </dsp:nvSpPr>
      <dsp:spPr>
        <a:xfrm>
          <a:off x="0" y="1091183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adverse / issues / non-compliance → issue_detection</a:t>
          </a:r>
        </a:p>
      </dsp:txBody>
      <dsp:txXfrm>
        <a:off x="0" y="1091183"/>
        <a:ext cx="5000124" cy="1090517"/>
      </dsp:txXfrm>
    </dsp:sp>
    <dsp:sp modelId="{C3A73C94-E10F-4A74-8137-0091C5AA620E}">
      <dsp:nvSpPr>
        <dsp:cNvPr id="0" name=""/>
        <dsp:cNvSpPr/>
      </dsp:nvSpPr>
      <dsp:spPr>
        <a:xfrm>
          <a:off x="0" y="2181701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8DFB432-9397-4D0F-9737-47B499B473A9}">
      <dsp:nvSpPr>
        <dsp:cNvPr id="0" name=""/>
        <dsp:cNvSpPr/>
      </dsp:nvSpPr>
      <dsp:spPr>
        <a:xfrm>
          <a:off x="0" y="2181701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cohort / compare / difference → cohort_comparison</a:t>
          </a:r>
        </a:p>
      </dsp:txBody>
      <dsp:txXfrm>
        <a:off x="0" y="2181701"/>
        <a:ext cx="5000124" cy="1090517"/>
      </dsp:txXfrm>
    </dsp:sp>
    <dsp:sp modelId="{C0BA7F78-0564-4BBD-9CF9-11B40F1545AF}">
      <dsp:nvSpPr>
        <dsp:cNvPr id="0" name=""/>
        <dsp:cNvSpPr/>
      </dsp:nvSpPr>
      <dsp:spPr>
        <a:xfrm>
          <a:off x="0" y="3272218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288E8E5-A10E-4B46-B229-42914538F020}">
      <dsp:nvSpPr>
        <dsp:cNvPr id="0" name=""/>
        <dsp:cNvSpPr/>
      </dsp:nvSpPr>
      <dsp:spPr>
        <a:xfrm>
          <a:off x="0" y="3272218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simulate / dosage / what-if → scenario_simulation</a:t>
          </a:r>
        </a:p>
      </dsp:txBody>
      <dsp:txXfrm>
        <a:off x="0" y="3272218"/>
        <a:ext cx="5000124" cy="1090517"/>
      </dsp:txXfrm>
    </dsp:sp>
    <dsp:sp modelId="{96D69AB6-0020-4DFA-8633-B74EBBD53658}">
      <dsp:nvSpPr>
        <dsp:cNvPr id="0" name=""/>
        <dsp:cNvSpPr/>
      </dsp:nvSpPr>
      <dsp:spPr>
        <a:xfrm>
          <a:off x="0" y="4362736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6D6315A-8DA1-4D37-8513-E37F95173CFF}">
      <dsp:nvSpPr>
        <dsp:cNvPr id="0" name=""/>
        <dsp:cNvSpPr/>
      </dsp:nvSpPr>
      <dsp:spPr>
        <a:xfrm>
          <a:off x="0" y="4362736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Everything else → genai_summary</a:t>
          </a:r>
        </a:p>
      </dsp:txBody>
      <dsp:txXfrm>
        <a:off x="0" y="4362736"/>
        <a:ext cx="5000124" cy="10905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GyqOpZ9v77o47XhKgMuxx9c00KW-63d8?usp=sharing" TargetMode="External"/><Relationship Id="rId2" Type="http://schemas.openxmlformats.org/officeDocument/2006/relationships/hyperlink" Target="https://github.com/manikandan991/GenAi/tree/main/clinical-insights-assistan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Clinical Insights Assistant — GenAI POC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0F31C0-A245-C51D-92D1-2C87A52D5C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344075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Solution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F34F72-6895-0924-3D57-7B0E14F6A3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3213590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200">
                <a:solidFill>
                  <a:srgbClr val="FFFFFF"/>
                </a:solidFill>
              </a:rPr>
              <a:t>Architecture at a Glance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B121CCE-5E4A-EF1D-8D66-FDDB9DC844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356717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How It Works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0583B0-F12B-0660-21BC-532A0E5EED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254788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Tool Routing Logic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8ACE4B-48BC-9416-4845-C6DE6245C5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292498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0C2FA3-F581-3FCC-9C3C-54773CD60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Graph nodes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95519E-E543-F94A-2D7B-2FB6AB9C89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970755"/>
            <a:ext cx="8178799" cy="380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703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Reasoning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Node-based LangGraph execution</a:t>
            </a:r>
          </a:p>
          <a:p>
            <a:r>
              <a:t>- Memory checkpointing</a:t>
            </a:r>
          </a:p>
          <a:p>
            <a:r>
              <a:t>- Dynamic routing</a:t>
            </a:r>
          </a:p>
          <a:p>
            <a:r>
              <a:t>- LangSmith traces for auditability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11D9D-128F-1D7A-CBCB-5204C0401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LangSmith</a:t>
            </a:r>
            <a:r>
              <a:rPr lang="en-IN" dirty="0"/>
              <a:t> Traceability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009E5D-2F73-1981-6C59-E3A04F2FEA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906" y="1600200"/>
            <a:ext cx="8178187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56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A7EAFA-9393-BA6C-6902-061652FEB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263" y="170412"/>
            <a:ext cx="7634200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UI uses ipywidgets + Plotly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28D034-F40F-EB8B-79AC-DE2021D9E3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281" r="12572"/>
          <a:stretch>
            <a:fillRect/>
          </a:stretch>
        </p:blipFill>
        <p:spPr>
          <a:xfrm>
            <a:off x="149055" y="2410448"/>
            <a:ext cx="4352493" cy="38903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E9C76C-CC12-8BA0-3B7B-E2A4F99A29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5" r="11527" b="-1"/>
          <a:stretch>
            <a:fillRect/>
          </a:stretch>
        </p:blipFill>
        <p:spPr>
          <a:xfrm>
            <a:off x="4642450" y="2410448"/>
            <a:ext cx="4352492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823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GenAI-enabled clinical insight automation using </a:t>
            </a:r>
            <a:r>
              <a:rPr dirty="0" err="1"/>
              <a:t>LangGraph</a:t>
            </a:r>
            <a:r>
              <a:rPr dirty="0"/>
              <a:t>,</a:t>
            </a:r>
          </a:p>
          <a:p>
            <a:r>
              <a:rPr dirty="0"/>
              <a:t>specialized tools, and OpenAI LLMs.</a:t>
            </a:r>
          </a:p>
          <a:p>
            <a:r>
              <a:rPr dirty="0"/>
              <a:t>Enhances decision-making and streamlines medical workflows.</a:t>
            </a:r>
            <a:endParaRPr lang="en-IN" dirty="0"/>
          </a:p>
          <a:p>
            <a:r>
              <a:rPr lang="en-IN" dirty="0"/>
              <a:t>Git path : </a:t>
            </a:r>
            <a:r>
              <a:rPr lang="en-IN" dirty="0">
                <a:hlinkClick r:id="rId2"/>
              </a:rPr>
              <a:t>https://github.com/manikandan991/GenAi/tree/main/clinical-insights-assistant</a:t>
            </a:r>
            <a:endParaRPr lang="en-IN" dirty="0"/>
          </a:p>
          <a:p>
            <a:r>
              <a:rPr lang="en-IN" dirty="0"/>
              <a:t>Google </a:t>
            </a:r>
            <a:r>
              <a:rPr lang="en-IN" dirty="0" err="1"/>
              <a:t>Colab</a:t>
            </a:r>
            <a:r>
              <a:rPr lang="en-IN" dirty="0"/>
              <a:t>: </a:t>
            </a:r>
            <a:r>
              <a:rPr lang="en-IN" dirty="0">
                <a:hlinkClick r:id="rId3"/>
              </a:rPr>
              <a:t>https://colab.research.google.com/drive/1GyqOpZ9v77o47XhKgMuxx9c00KW-63d8?usp=sharing</a:t>
            </a:r>
            <a:r>
              <a:rPr lang="en-IN" dirty="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1245</TotalTime>
  <Words>231</Words>
  <Application>Microsoft Office PowerPoint</Application>
  <PresentationFormat>On-screen Show (4:3)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Clinical Insights Assistant — GenAI POC</vt:lpstr>
      <vt:lpstr>Solution Overview</vt:lpstr>
      <vt:lpstr>Architecture at a Glance</vt:lpstr>
      <vt:lpstr>How It Works</vt:lpstr>
      <vt:lpstr>Tool Routing Logic</vt:lpstr>
      <vt:lpstr>Graph nodes</vt:lpstr>
      <vt:lpstr>Agentic Reasoning</vt:lpstr>
      <vt:lpstr>LangSmith Traceability</vt:lpstr>
      <vt:lpstr>UI uses ipywidgets + Plotly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Manikandan Nagarasan</cp:lastModifiedBy>
  <cp:revision>4</cp:revision>
  <dcterms:created xsi:type="dcterms:W3CDTF">2013-01-27T09:14:16Z</dcterms:created>
  <dcterms:modified xsi:type="dcterms:W3CDTF">2025-12-10T07:46:30Z</dcterms:modified>
  <cp:category/>
</cp:coreProperties>
</file>